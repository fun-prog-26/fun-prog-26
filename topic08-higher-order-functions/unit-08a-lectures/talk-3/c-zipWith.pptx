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53" r:id="rId1"/>
  </p:sldMasterIdLst>
  <p:notesMasterIdLst>
    <p:notesMasterId r:id="rId9"/>
  </p:notesMasterIdLst>
  <p:handoutMasterIdLst>
    <p:handoutMasterId r:id="rId10"/>
  </p:handoutMasterIdLst>
  <p:sldIdLst>
    <p:sldId id="356" r:id="rId2"/>
    <p:sldId id="387" r:id="rId3"/>
    <p:sldId id="391" r:id="rId4"/>
    <p:sldId id="393" r:id="rId5"/>
    <p:sldId id="394" r:id="rId6"/>
    <p:sldId id="386" r:id="rId7"/>
    <p:sldId id="343" r:id="rId8"/>
  </p:sldIdLst>
  <p:sldSz cx="12192000" cy="6858000"/>
  <p:notesSz cx="6794500" cy="9918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3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238"/>
    <p:restoredTop sz="92472"/>
  </p:normalViewPr>
  <p:slideViewPr>
    <p:cSldViewPr snapToGrid="0">
      <p:cViewPr varScale="1">
        <p:scale>
          <a:sx n="68" d="100"/>
          <a:sy n="68" d="100"/>
        </p:scale>
        <p:origin x="224" y="11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890" y="-96"/>
      </p:cViewPr>
      <p:guideLst>
        <p:guide orient="horz" pos="3123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340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340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399D39CF-52F9-4346-9FE1-C943FC43DC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95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t" anchorCtr="0" compatLnSpc="1">
            <a:prstTxWarp prst="textNoShape">
              <a:avLst/>
            </a:prstTxWarp>
          </a:bodyPr>
          <a:lstStyle>
            <a:lvl1pPr defTabSz="860425">
              <a:defRPr sz="11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t" anchorCtr="0" compatLnSpc="1">
            <a:prstTxWarp prst="textNoShape">
              <a:avLst/>
            </a:prstTxWarp>
          </a:bodyPr>
          <a:lstStyle>
            <a:lvl1pPr algn="r" defTabSz="860425">
              <a:defRPr sz="11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7638" y="739775"/>
            <a:ext cx="6570662" cy="36972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300" y="4732338"/>
            <a:ext cx="5038725" cy="4438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3238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b" anchorCtr="0" compatLnSpc="1">
            <a:prstTxWarp prst="textNoShape">
              <a:avLst/>
            </a:prstTxWarp>
          </a:bodyPr>
          <a:lstStyle>
            <a:lvl1pPr defTabSz="860425">
              <a:defRPr sz="11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9393238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b" anchorCtr="0" compatLnSpc="1">
            <a:prstTxWarp prst="textNoShape">
              <a:avLst/>
            </a:prstTxWarp>
          </a:bodyPr>
          <a:lstStyle>
            <a:lvl1pPr algn="r" defTabSz="860425">
              <a:defRPr sz="1100"/>
            </a:lvl1pPr>
          </a:lstStyle>
          <a:p>
            <a:pPr>
              <a:defRPr/>
            </a:pPr>
            <a:fld id="{1ECE8E26-272F-7449-95A5-E00843D887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544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8247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A37066-0571-0447-8D03-53F134544E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5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89AA6ABC-C2F2-6A41-A47C-E005777CFC2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5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D8437-CEAD-3B48-8F49-76FEB00753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3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EC47B1-762D-9845-9A2A-BEBF4BB1A68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39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04839C-9BB7-BB4D-96E1-589D0E7BC0C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2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C36D0-0ED6-684D-8A07-95B77A62CE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94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5779D-38C7-9346-8D49-DBC00D1274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4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DE89CE-8BCC-3F47-AE37-99D7281538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73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3428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1544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991128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2547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6295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7899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E69B6E-F9F1-7548-BD0A-5B3C0689392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43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D1CAF307-2DFD-1744-819C-E39F11E12F4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8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81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5C1B8B5-F999-0749-AE86-1FB479D6F14F}" type="slidenum">
              <a:rPr lang="en-US" sz="1400"/>
              <a:pPr/>
              <a:t>0</a:t>
            </a:fld>
            <a:endParaRPr lang="en-US" sz="1400"/>
          </a:p>
        </p:txBody>
      </p:sp>
      <p:sp>
        <p:nvSpPr>
          <p:cNvPr id="727042" name="Text Box 2"/>
          <p:cNvSpPr txBox="1">
            <a:spLocks noChangeArrowheads="1"/>
          </p:cNvSpPr>
          <p:nvPr/>
        </p:nvSpPr>
        <p:spPr bwMode="auto">
          <a:xfrm>
            <a:off x="1639889" y="1001713"/>
            <a:ext cx="8910637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chemeClr val="tx2"/>
                </a:solidFill>
                <a:latin typeface="Arial Black" charset="0"/>
                <a:cs typeface="+mn-cs"/>
              </a:rPr>
              <a:t>PROGRAMMING IN HASKELL</a:t>
            </a:r>
          </a:p>
        </p:txBody>
      </p:sp>
      <p:sp>
        <p:nvSpPr>
          <p:cNvPr id="727043" name="Rectangle 3"/>
          <p:cNvSpPr>
            <a:spLocks noChangeArrowheads="1"/>
          </p:cNvSpPr>
          <p:nvPr/>
        </p:nvSpPr>
        <p:spPr bwMode="auto">
          <a:xfrm>
            <a:off x="1700214" y="5164138"/>
            <a:ext cx="8791575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3200" dirty="0">
                <a:cs typeface="+mn-cs"/>
              </a:rPr>
              <a:t>Topic 8.3 </a:t>
            </a:r>
          </a:p>
          <a:p>
            <a:pPr algn="ctr">
              <a:defRPr/>
            </a:pPr>
            <a:r>
              <a:rPr kumimoji="1" lang="en-US" sz="3200" dirty="0" err="1">
                <a:cs typeface="+mn-cs"/>
              </a:rPr>
              <a:t>zipWith</a:t>
            </a:r>
            <a:r>
              <a:rPr kumimoji="1" lang="en-US" sz="3200" dirty="0">
                <a:cs typeface="+mn-cs"/>
              </a:rPr>
              <a:t> function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9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400"/>
              <a:pPr/>
              <a:t>1</a:t>
            </a:fld>
            <a:endParaRPr lang="en-US" sz="140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6AECEF5D-C4EE-8047-BDEB-7A6507D06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761" y="2061646"/>
            <a:ext cx="10702343" cy="181588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b="1" dirty="0"/>
              <a:t>zipWith </a:t>
            </a:r>
            <a:r>
              <a:rPr lang="en-IE" sz="2800" dirty="0"/>
              <a:t>takes a function and two lists as parameters and then joins the two lists by applying the function between corresponding elements. </a:t>
            </a:r>
          </a:p>
          <a:p>
            <a:r>
              <a:rPr lang="en-IE" sz="2800" dirty="0"/>
              <a:t>Here's how we'll implement it: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72AE65-C1C2-C54C-98E3-0973874A5B16}"/>
              </a:ext>
            </a:extLst>
          </p:cNvPr>
          <p:cNvSpPr txBox="1">
            <a:spLocks noChangeArrowheads="1"/>
          </p:cNvSpPr>
          <p:nvPr/>
        </p:nvSpPr>
        <p:spPr>
          <a:xfrm>
            <a:off x="906379" y="965083"/>
            <a:ext cx="7747001" cy="65722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 err="1">
                <a:latin typeface="Arial Black" charset="0"/>
                <a:ea typeface="ＭＳ Ｐゴシック" charset="0"/>
                <a:cs typeface="ＭＳ Ｐゴシック" charset="0"/>
              </a:rPr>
              <a:t>zipWith</a:t>
            </a:r>
            <a:endParaRPr lang="en-US" kern="0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0CA9D28F-EF1C-2540-92A9-8F2745D58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600" y="4246325"/>
            <a:ext cx="7564437" cy="2505301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en-IE" dirty="0" err="1"/>
              <a:t>zipWith</a:t>
            </a:r>
            <a:r>
              <a:rPr lang="en-IE" dirty="0"/>
              <a:t> :: (a -&gt; b -&gt; c) -&gt; [a] -&gt; [b] -&gt; [c]  </a:t>
            </a:r>
          </a:p>
          <a:p>
            <a:pPr>
              <a:buNone/>
            </a:pPr>
            <a:r>
              <a:rPr lang="en-IE" dirty="0" err="1"/>
              <a:t>zipWith</a:t>
            </a:r>
            <a:r>
              <a:rPr lang="en-IE" dirty="0"/>
              <a:t> _ [] _ = []  </a:t>
            </a:r>
          </a:p>
          <a:p>
            <a:pPr>
              <a:buNone/>
            </a:pPr>
            <a:r>
              <a:rPr lang="en-IE" dirty="0" err="1"/>
              <a:t>zipWith</a:t>
            </a:r>
            <a:r>
              <a:rPr lang="en-IE" dirty="0"/>
              <a:t> _ _ [] = []  </a:t>
            </a:r>
          </a:p>
          <a:p>
            <a:pPr>
              <a:buNone/>
            </a:pPr>
            <a:r>
              <a:rPr lang="en-IE" dirty="0" err="1"/>
              <a:t>zipWith</a:t>
            </a:r>
            <a:r>
              <a:rPr lang="en-IE" dirty="0"/>
              <a:t> f (x:xs) (y:ys) = f x y : </a:t>
            </a:r>
            <a:r>
              <a:rPr lang="en-IE" dirty="0" err="1"/>
              <a:t>zipWith</a:t>
            </a:r>
            <a:r>
              <a:rPr lang="en-IE" dirty="0"/>
              <a:t> f xs ys  </a:t>
            </a:r>
          </a:p>
        </p:txBody>
      </p:sp>
    </p:spTree>
    <p:extLst>
      <p:ext uri="{BB962C8B-B14F-4D97-AF65-F5344CB8AC3E}">
        <p14:creationId xmlns:p14="http://schemas.microsoft.com/office/powerpoint/2010/main" val="422644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400"/>
              <a:pPr/>
              <a:t>2</a:t>
            </a:fld>
            <a:endParaRPr lang="en-US" sz="140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72AE65-C1C2-C54C-98E3-0973874A5B16}"/>
              </a:ext>
            </a:extLst>
          </p:cNvPr>
          <p:cNvSpPr txBox="1">
            <a:spLocks noChangeArrowheads="1"/>
          </p:cNvSpPr>
          <p:nvPr/>
        </p:nvSpPr>
        <p:spPr>
          <a:xfrm>
            <a:off x="753534" y="970008"/>
            <a:ext cx="7747001" cy="65722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 err="1">
                <a:latin typeface="Arial Black" charset="0"/>
                <a:ea typeface="ＭＳ Ｐゴシック" charset="0"/>
                <a:cs typeface="ＭＳ Ｐゴシック" charset="0"/>
              </a:rPr>
              <a:t>zipWith</a:t>
            </a:r>
            <a:endParaRPr lang="en-US" kern="0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0CA9D28F-EF1C-2540-92A9-8F2745D58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149018"/>
            <a:ext cx="7903104" cy="445044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en-IE" sz="2400" dirty="0"/>
              <a:t>ghci&gt; zipWith (+) [4,2,5,6] [2,6,2,3]  </a:t>
            </a:r>
          </a:p>
          <a:p>
            <a:pPr>
              <a:buNone/>
            </a:pPr>
            <a:r>
              <a:rPr lang="en-IE" sz="2400" dirty="0"/>
              <a:t>	= [6,8,7,9]  </a:t>
            </a:r>
          </a:p>
          <a:p>
            <a:pPr>
              <a:buNone/>
            </a:pPr>
            <a:endParaRPr lang="en-IE" sz="2400" dirty="0"/>
          </a:p>
          <a:p>
            <a:pPr>
              <a:buNone/>
            </a:pPr>
            <a:r>
              <a:rPr lang="en-IE" sz="2400" dirty="0"/>
              <a:t>ghci&gt; zipWith max [6,3,2,1] [7,3,1,5]  </a:t>
            </a:r>
          </a:p>
          <a:p>
            <a:pPr>
              <a:buNone/>
            </a:pPr>
            <a:r>
              <a:rPr lang="en-IE" sz="2400" dirty="0"/>
              <a:t>	= [7,3,2,5]  </a:t>
            </a:r>
          </a:p>
          <a:p>
            <a:pPr>
              <a:buNone/>
            </a:pPr>
            <a:endParaRPr lang="en-IE" sz="2400" dirty="0"/>
          </a:p>
          <a:p>
            <a:pPr>
              <a:buNone/>
            </a:pPr>
            <a:r>
              <a:rPr lang="en-IE" sz="2400" dirty="0"/>
              <a:t>ghci&gt; zipWith (++) ["foo ", "bar ", "buzz "] </a:t>
            </a:r>
          </a:p>
          <a:p>
            <a:pPr>
              <a:buNone/>
            </a:pPr>
            <a:r>
              <a:rPr lang="en-IE" sz="2400" dirty="0"/>
              <a:t>                             ["fighters", "hoppers", "aldrin"]  </a:t>
            </a:r>
          </a:p>
          <a:p>
            <a:pPr>
              <a:buNone/>
            </a:pPr>
            <a:r>
              <a:rPr lang="en-IE" sz="2400" dirty="0"/>
              <a:t>	= ["foo fighters", "bar hoppers"," buzz  aldrin"]  </a:t>
            </a:r>
          </a:p>
          <a:p>
            <a:pPr>
              <a:buNone/>
            </a:pP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72315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DD57-21A6-3F27-FAEC-26E814521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>
            <a:extLst>
              <a:ext uri="{FF2B5EF4-FFF2-40B4-BE49-F238E27FC236}">
                <a16:creationId xmlns:a16="http://schemas.microsoft.com/office/drawing/2014/main" id="{C8327E90-1335-0561-BFFC-053D77EED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400"/>
              <a:pPr/>
              <a:t>3</a:t>
            </a:fld>
            <a:endParaRPr lang="en-US" sz="140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FCD2C90-9333-312D-646D-F0D111DAA401}"/>
              </a:ext>
            </a:extLst>
          </p:cNvPr>
          <p:cNvSpPr txBox="1">
            <a:spLocks noChangeArrowheads="1"/>
          </p:cNvSpPr>
          <p:nvPr/>
        </p:nvSpPr>
        <p:spPr>
          <a:xfrm>
            <a:off x="753534" y="970008"/>
            <a:ext cx="7747001" cy="65722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 err="1">
                <a:latin typeface="Arial Black" charset="0"/>
                <a:ea typeface="ＭＳ Ｐゴシック" charset="0"/>
                <a:cs typeface="ＭＳ Ｐゴシック" charset="0"/>
              </a:rPr>
              <a:t>zipWith</a:t>
            </a:r>
            <a:endParaRPr lang="en-US" kern="0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A30DBB2D-0783-0CEF-EA7B-D0F917A98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534" y="2396898"/>
            <a:ext cx="8128881" cy="408111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en-IE" sz="2400" dirty="0" err="1"/>
              <a:t>ghci</a:t>
            </a:r>
            <a:r>
              <a:rPr lang="en-IE" sz="2400" dirty="0"/>
              <a:t>&gt; </a:t>
            </a:r>
            <a:r>
              <a:rPr lang="en-IE" sz="2400" dirty="0" err="1"/>
              <a:t>zipWith</a:t>
            </a:r>
            <a:r>
              <a:rPr lang="en-IE" sz="2400" dirty="0"/>
              <a:t> (*) 	(replicate 5 2) [1..]  </a:t>
            </a:r>
          </a:p>
          <a:p>
            <a:pPr>
              <a:buNone/>
            </a:pPr>
            <a:r>
              <a:rPr lang="en-IE" sz="2400" dirty="0"/>
              <a:t>		[2,4,6,8,10]  </a:t>
            </a:r>
          </a:p>
          <a:p>
            <a:pPr>
              <a:buNone/>
            </a:pPr>
            <a:endParaRPr lang="en-IE" sz="2400" dirty="0"/>
          </a:p>
          <a:p>
            <a:pPr>
              <a:buNone/>
            </a:pPr>
            <a:r>
              <a:rPr lang="en-IE" sz="2400" dirty="0" err="1"/>
              <a:t>ghci</a:t>
            </a:r>
            <a:r>
              <a:rPr lang="en-IE" sz="2400" dirty="0"/>
              <a:t>&gt; </a:t>
            </a:r>
            <a:r>
              <a:rPr lang="en-IE" sz="2400" dirty="0" err="1"/>
              <a:t>zipWith</a:t>
            </a:r>
            <a:r>
              <a:rPr lang="en-IE" sz="2400" dirty="0"/>
              <a:t> (</a:t>
            </a:r>
            <a:r>
              <a:rPr lang="en-IE" sz="2400" dirty="0" err="1"/>
              <a:t>zipWith</a:t>
            </a:r>
            <a:r>
              <a:rPr lang="en-IE" sz="2400" dirty="0"/>
              <a:t> (*)) </a:t>
            </a:r>
          </a:p>
          <a:p>
            <a:pPr>
              <a:buNone/>
            </a:pPr>
            <a:r>
              <a:rPr lang="en-IE" sz="2400" dirty="0"/>
              <a:t>              		[[1,2,3],[3,5,6],[2,3,4]] </a:t>
            </a:r>
          </a:p>
          <a:p>
            <a:pPr>
              <a:buNone/>
            </a:pPr>
            <a:r>
              <a:rPr lang="en-IE" sz="2400" dirty="0"/>
              <a:t>			     [[3,2,2],[3,4,5],[5,4,3]] </a:t>
            </a:r>
          </a:p>
          <a:p>
            <a:pPr>
              <a:buNone/>
            </a:pPr>
            <a:r>
              <a:rPr lang="en-IE" sz="2400" dirty="0"/>
              <a:t> </a:t>
            </a:r>
          </a:p>
          <a:p>
            <a:pPr>
              <a:buNone/>
            </a:pPr>
            <a:r>
              <a:rPr lang="en-IE" sz="2400" dirty="0"/>
              <a:t>		[[3,4,6],[9,20,30],[10,12,12]]  </a:t>
            </a:r>
          </a:p>
          <a:p>
            <a:pPr>
              <a:buNone/>
            </a:pPr>
            <a:r>
              <a:rPr lang="en-IE" dirty="0"/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77458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AF3F7-4350-6689-68C9-862D4702A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>
            <a:extLst>
              <a:ext uri="{FF2B5EF4-FFF2-40B4-BE49-F238E27FC236}">
                <a16:creationId xmlns:a16="http://schemas.microsoft.com/office/drawing/2014/main" id="{AA647F44-EA1D-E3AD-7013-E3D02A73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400"/>
              <a:pPr/>
              <a:t>4</a:t>
            </a:fld>
            <a:endParaRPr lang="en-US" sz="140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9BE4118-BE2A-4D2E-CD9C-375751F5C287}"/>
              </a:ext>
            </a:extLst>
          </p:cNvPr>
          <p:cNvSpPr txBox="1">
            <a:spLocks noChangeArrowheads="1"/>
          </p:cNvSpPr>
          <p:nvPr/>
        </p:nvSpPr>
        <p:spPr>
          <a:xfrm>
            <a:off x="753534" y="970008"/>
            <a:ext cx="7747001" cy="65722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 err="1">
                <a:latin typeface="Arial Black" charset="0"/>
                <a:ea typeface="ＭＳ Ｐゴシック" charset="0"/>
                <a:cs typeface="ＭＳ Ｐゴシック" charset="0"/>
              </a:rPr>
              <a:t>zipWith</a:t>
            </a:r>
            <a:endParaRPr lang="en-US" kern="0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A25355-A3BE-94E3-E296-6075DAE162CC}"/>
              </a:ext>
            </a:extLst>
          </p:cNvPr>
          <p:cNvSpPr txBox="1"/>
          <p:nvPr/>
        </p:nvSpPr>
        <p:spPr>
          <a:xfrm>
            <a:off x="1455687" y="2372957"/>
            <a:ext cx="83551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Note that you can use function application  as the </a:t>
            </a:r>
          </a:p>
          <a:p>
            <a:r>
              <a:rPr lang="en-US" sz="2800" dirty="0"/>
              <a:t>function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E18B1A2-8E6C-4707-5D80-5F93F536F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7033" y="4007989"/>
            <a:ext cx="7564437" cy="259147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en-IE" dirty="0"/>
              <a:t>zipWith ($) funcList valueList</a:t>
            </a:r>
          </a:p>
          <a:p>
            <a:pPr>
              <a:buNone/>
            </a:pPr>
            <a:endParaRPr lang="en-IE" dirty="0"/>
          </a:p>
          <a:p>
            <a:pPr>
              <a:buNone/>
            </a:pPr>
            <a:r>
              <a:rPr lang="en-IE" dirty="0"/>
              <a:t>zipWith ($) [(+ 5),(* 3)] [1,5]</a:t>
            </a:r>
          </a:p>
          <a:p>
            <a:pPr>
              <a:buNone/>
            </a:pPr>
            <a:r>
              <a:rPr lang="en-IE" dirty="0"/>
              <a:t>	= [6,15]</a:t>
            </a:r>
          </a:p>
          <a:p>
            <a:pPr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7351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A8B89-54D8-4C41-8761-693EE3798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C36D0-0ED6-684D-8A07-95B77A62CED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DB8B9A-5231-FD41-939B-E9D90360C09F}"/>
              </a:ext>
            </a:extLst>
          </p:cNvPr>
          <p:cNvSpPr txBox="1"/>
          <p:nvPr/>
        </p:nvSpPr>
        <p:spPr>
          <a:xfrm>
            <a:off x="1756476" y="1518836"/>
            <a:ext cx="83551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Note that you can use function application  as the </a:t>
            </a:r>
          </a:p>
          <a:p>
            <a:r>
              <a:rPr lang="en-US" sz="2800" dirty="0"/>
              <a:t>function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0A8908E1-E898-414E-BEAB-EDBB3213C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885" y="3292258"/>
            <a:ext cx="7564437" cy="310854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en-IE" dirty="0"/>
              <a:t>zipWith ($) funcList valueList</a:t>
            </a:r>
          </a:p>
          <a:p>
            <a:pPr>
              <a:buNone/>
            </a:pPr>
            <a:endParaRPr lang="en-IE" dirty="0"/>
          </a:p>
          <a:p>
            <a:pPr>
              <a:buNone/>
            </a:pPr>
            <a:r>
              <a:rPr lang="en-IE" dirty="0"/>
              <a:t>zipWith ($) [(+ 5),(* 3)] [1,5]</a:t>
            </a:r>
          </a:p>
          <a:p>
            <a:pPr>
              <a:buNone/>
            </a:pPr>
            <a:r>
              <a:rPr lang="en-IE" dirty="0"/>
              <a:t>	= [6,15]</a:t>
            </a:r>
          </a:p>
          <a:p>
            <a:pPr>
              <a:buNone/>
            </a:pPr>
            <a:endParaRPr lang="en-IE" dirty="0"/>
          </a:p>
          <a:p>
            <a:pPr>
              <a:buNone/>
            </a:pPr>
            <a:r>
              <a:rPr lang="en-IE" dirty="0"/>
              <a:t>  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89E1FFD-983A-9D48-BF8F-2C2AF70A1399}"/>
              </a:ext>
            </a:extLst>
          </p:cNvPr>
          <p:cNvSpPr txBox="1">
            <a:spLocks noChangeArrowheads="1"/>
          </p:cNvSpPr>
          <p:nvPr/>
        </p:nvSpPr>
        <p:spPr>
          <a:xfrm>
            <a:off x="1905000" y="373287"/>
            <a:ext cx="7747001" cy="65722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Aside on zipWith</a:t>
            </a:r>
          </a:p>
        </p:txBody>
      </p:sp>
    </p:spTree>
    <p:extLst>
      <p:ext uri="{BB962C8B-B14F-4D97-AF65-F5344CB8AC3E}">
        <p14:creationId xmlns:p14="http://schemas.microsoft.com/office/powerpoint/2010/main" val="296423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41" descr="Text&#10;&#10;Description automatically generated">
            <a:extLst>
              <a:ext uri="{FF2B5EF4-FFF2-40B4-BE49-F238E27FC236}">
                <a16:creationId xmlns:a16="http://schemas.microsoft.com/office/drawing/2014/main" id="{141DDF3B-FD32-7F4E-952D-A3750E179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4954" y="2468166"/>
            <a:ext cx="4888706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6" name="Slide Number Placeholder 2">
            <a:extLst>
              <a:ext uri="{FF2B5EF4-FFF2-40B4-BE49-F238E27FC236}">
                <a16:creationId xmlns:a16="http://schemas.microsoft.com/office/drawing/2014/main" id="{DB04C08F-80B4-4D43-87D0-CE4F7D455D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1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1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ts val="450"/>
              </a:spcAft>
              <a:buClrTx/>
              <a:buNone/>
            </a:pPr>
            <a:fld id="{350E24D9-8BBE-D14C-8545-85663EDC0EE7}" type="slidenum">
              <a:rPr kumimoji="0" lang="en-US" altLang="en-US" sz="1050"/>
              <a:pPr>
                <a:spcBef>
                  <a:spcPct val="0"/>
                </a:spcBef>
                <a:spcAft>
                  <a:spcPts val="450"/>
                </a:spcAft>
                <a:buClrTx/>
                <a:buNone/>
              </a:pPr>
              <a:t>6</a:t>
            </a:fld>
            <a:endParaRPr kumimoji="0" lang="en-US" altLang="en-US" sz="1050"/>
          </a:p>
        </p:txBody>
      </p:sp>
    </p:spTree>
    <p:extLst>
      <p:ext uri="{BB962C8B-B14F-4D97-AF65-F5344CB8AC3E}">
        <p14:creationId xmlns:p14="http://schemas.microsoft.com/office/powerpoint/2010/main" val="67661442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a-higher-order-functions</Template>
  <TotalTime>17805</TotalTime>
  <Words>285</Words>
  <Application>Microsoft Macintosh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Tahoma</vt:lpstr>
      <vt:lpstr>Times New Roman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924</cp:revision>
  <cp:lastPrinted>2019-03-05T06:58:17Z</cp:lastPrinted>
  <dcterms:created xsi:type="dcterms:W3CDTF">2000-11-20T11:40:19Z</dcterms:created>
  <dcterms:modified xsi:type="dcterms:W3CDTF">2026-03-07T00:32:02Z</dcterms:modified>
</cp:coreProperties>
</file>