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10"/>
  </p:notesMasterIdLst>
  <p:handoutMasterIdLst>
    <p:handoutMasterId r:id="rId11"/>
  </p:handoutMasterIdLst>
  <p:sldIdLst>
    <p:sldId id="356" r:id="rId2"/>
    <p:sldId id="317" r:id="rId3"/>
    <p:sldId id="372" r:id="rId4"/>
    <p:sldId id="373" r:id="rId5"/>
    <p:sldId id="318" r:id="rId6"/>
    <p:sldId id="375" r:id="rId7"/>
    <p:sldId id="376" r:id="rId8"/>
    <p:sldId id="343" r:id="rId9"/>
  </p:sldIdLst>
  <p:sldSz cx="12192000" cy="6858000"/>
  <p:notesSz cx="67945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3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82"/>
    <p:restoredTop sz="92313"/>
  </p:normalViewPr>
  <p:slideViewPr>
    <p:cSldViewPr snapToGrid="0">
      <p:cViewPr varScale="1">
        <p:scale>
          <a:sx n="111" d="100"/>
          <a:sy n="111" d="100"/>
        </p:scale>
        <p:origin x="296" y="2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-1890" y="-96"/>
      </p:cViewPr>
      <p:guideLst>
        <p:guide orient="horz" pos="3123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/>
            </a:lvl1pPr>
          </a:lstStyle>
          <a:p>
            <a:pPr>
              <a:defRPr/>
            </a:pPr>
            <a:fld id="{399D39CF-52F9-4346-9FE1-C943FC43DCB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95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70325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algn="r"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7638" y="739775"/>
            <a:ext cx="6570662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6300" y="4732338"/>
            <a:ext cx="5038725" cy="443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70325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algn="r" defTabSz="860425">
              <a:defRPr sz="1100"/>
            </a:lvl1pPr>
          </a:lstStyle>
          <a:p>
            <a:pPr>
              <a:defRPr/>
            </a:pPr>
            <a:fld id="{1ECE8E26-272F-7449-95A5-E00843D8875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5440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604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A37066-0571-0447-8D03-53F134544E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44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89AA6ABC-C2F2-6A41-A47C-E005777CFC2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60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D8437-CEAD-3B48-8F49-76FEB007530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40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EC47B1-762D-9845-9A2A-BEBF4BB1A68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356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022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C36D0-0ED6-684D-8A07-95B77A62CE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73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35779D-38C7-9346-8D49-DBC00D1274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0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DE89CE-8BCC-3F47-AE37-99D72815386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3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16669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3679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0073005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58924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13171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501628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9B6E-F9F1-7548-BD0A-5B3C0689392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472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1CAF307-2DFD-1744-819C-E39F11E12F4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9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186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5C1B8B5-F999-0749-AE86-1FB479D6F14F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72704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72704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8.2 Function Application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519113" y="793194"/>
            <a:ext cx="7772400" cy="685800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$ as function application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1581573" y="2291168"/>
            <a:ext cx="8224838" cy="3231654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r>
              <a:rPr lang="en-IE" sz="2800" dirty="0"/>
              <a:t>$ is the function application operator</a:t>
            </a:r>
          </a:p>
          <a:p>
            <a:endParaRPr lang="en-IE" sz="2800" dirty="0"/>
          </a:p>
          <a:p>
            <a:endParaRPr lang="en-IE" sz="2800" dirty="0"/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f $ x = f x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26998A1-D529-3E45-AAEA-5E1598B944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8228" y="3445331"/>
            <a:ext cx="3488455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sz="2400" dirty="0"/>
              <a:t>($) :: (a -&gt; b) -&gt; a -&gt;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339" grpId="0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$ as function application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484026" y="2134454"/>
            <a:ext cx="9810156" cy="397031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It’s function application but: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normal function application has high precedence, $ has low precedence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normal function application is left associate, e.g.,</a:t>
            </a:r>
          </a:p>
          <a:p>
            <a:pPr lvl="2"/>
            <a:r>
              <a:rPr lang="en-IE" sz="2800" dirty="0"/>
              <a:t>f a b c === ((f a) b) c</a:t>
            </a:r>
          </a:p>
          <a:p>
            <a:pPr lvl="2"/>
            <a:endParaRPr lang="en-IE" sz="2800" dirty="0"/>
          </a:p>
          <a:p>
            <a:pPr lvl="2"/>
            <a:endParaRPr lang="en-IE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$ is right associative</a:t>
            </a:r>
          </a:p>
        </p:txBody>
      </p:sp>
    </p:spTree>
    <p:extLst>
      <p:ext uri="{BB962C8B-B14F-4D97-AF65-F5344CB8AC3E}">
        <p14:creationId xmlns:p14="http://schemas.microsoft.com/office/powerpoint/2010/main" val="318448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5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5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5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$ as function application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1983581" y="2844469"/>
            <a:ext cx="8224838" cy="2677656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r>
              <a:rPr lang="en-IE" sz="2800" dirty="0"/>
              <a:t>*Main&gt; (^2) 4 + 3</a:t>
            </a:r>
          </a:p>
          <a:p>
            <a:r>
              <a:rPr lang="en-IE" sz="2800" dirty="0"/>
              <a:t>19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*Main&gt; (^2) $ 4 + 3</a:t>
            </a:r>
          </a:p>
          <a:p>
            <a:r>
              <a:rPr lang="en-IE" sz="2800" dirty="0"/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80588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655362" name="Text Box 2"/>
          <p:cNvSpPr txBox="1">
            <a:spLocks noChangeArrowheads="1"/>
          </p:cNvSpPr>
          <p:nvPr/>
        </p:nvSpPr>
        <p:spPr bwMode="auto">
          <a:xfrm>
            <a:off x="130374" y="1844017"/>
            <a:ext cx="11558588" cy="48320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Most often it’s a convenience that lets us write fewer parentheses. </a:t>
            </a:r>
          </a:p>
          <a:p>
            <a:endParaRPr lang="en-IE" sz="2800" dirty="0"/>
          </a:p>
          <a:p>
            <a:r>
              <a:rPr lang="en-IE" sz="2800" dirty="0"/>
              <a:t>Example:</a:t>
            </a:r>
          </a:p>
          <a:p>
            <a:pPr lvl="1"/>
            <a:endParaRPr lang="en-IE" sz="2800" dirty="0"/>
          </a:p>
          <a:p>
            <a:pPr lvl="1"/>
            <a:endParaRPr lang="en-IE" sz="2800" dirty="0"/>
          </a:p>
          <a:p>
            <a:pPr lvl="1"/>
            <a:r>
              <a:rPr lang="en-IE" sz="2800" dirty="0"/>
              <a:t>Is better written as: </a:t>
            </a:r>
          </a:p>
          <a:p>
            <a:pPr lvl="1"/>
            <a:endParaRPr lang="en-IE" sz="2800" dirty="0"/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when $ is encountered, expression on right is used as parameter to function on left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C9D53C1-F3EF-F841-8342-0288A811C0A9}"/>
              </a:ext>
            </a:extLst>
          </p:cNvPr>
          <p:cNvSpPr txBox="1">
            <a:spLocks noChangeArrowheads="1"/>
          </p:cNvSpPr>
          <p:nvPr/>
        </p:nvSpPr>
        <p:spPr>
          <a:xfrm>
            <a:off x="462720" y="6128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Improved syntax with $</a:t>
            </a: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4CEE9FD-0790-7B4A-B2D2-2EE0EE162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2182" y="3019443"/>
            <a:ext cx="4033476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sum (map sqrt [1..130])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6E4863BB-67E6-EC43-9828-52F2275265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2673" y="4639398"/>
            <a:ext cx="4065537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sum $ map sqrt [1..130]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5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553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553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C9D53C1-F3EF-F841-8342-0288A811C0A9}"/>
              </a:ext>
            </a:extLst>
          </p:cNvPr>
          <p:cNvSpPr txBox="1">
            <a:spLocks noChangeArrowheads="1"/>
          </p:cNvSpPr>
          <p:nvPr/>
        </p:nvSpPr>
        <p:spPr>
          <a:xfrm>
            <a:off x="892088" y="806988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More </a:t>
            </a:r>
            <a:r>
              <a:rPr lang="en-US" kern="0" dirty="0">
                <a:latin typeface="Arial Black" charset="0"/>
                <a:ea typeface="ＭＳ Ｐゴシック" charset="0"/>
              </a:rPr>
              <a:t>examples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1444" y="3628167"/>
            <a:ext cx="8401756" cy="2800767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80</a:t>
            </a:r>
          </a:p>
          <a:p>
            <a:endParaRPr lang="en-IE" dirty="0"/>
          </a:p>
          <a:p>
            <a:endParaRPr lang="en-IE" dirty="0"/>
          </a:p>
          <a:p>
            <a:r>
              <a:rPr lang="en-IE" sz="2800" dirty="0"/>
              <a:t>80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80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97516BC-E643-9945-83C8-ECB0E2F67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8362" y="1983710"/>
            <a:ext cx="2291012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sqrt (3+4+9)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5D0AD62D-9270-3649-8DD1-B18DF42017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03640" y="2001084"/>
            <a:ext cx="2323072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sqrt $ 3+4+9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C20755-A748-874A-A240-1AD01B9DEE63}"/>
              </a:ext>
            </a:extLst>
          </p:cNvPr>
          <p:cNvCxnSpPr>
            <a:cxnSpLocks/>
          </p:cNvCxnSpPr>
          <p:nvPr/>
        </p:nvCxnSpPr>
        <p:spPr bwMode="auto">
          <a:xfrm>
            <a:off x="4239374" y="2256640"/>
            <a:ext cx="1964266" cy="0"/>
          </a:xfrm>
          <a:prstGeom prst="straightConnector1">
            <a:avLst/>
          </a:prstGeom>
          <a:noFill/>
          <a:ln w="69850" cap="sq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" name="Text Box 4">
            <a:extLst>
              <a:ext uri="{FF2B5EF4-FFF2-40B4-BE49-F238E27FC236}">
                <a16:creationId xmlns:a16="http://schemas.microsoft.com/office/drawing/2014/main" id="{837C0D8B-318E-2249-B794-610C7B8A41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1444" y="2971419"/>
            <a:ext cx="7471341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sum (filter (&gt; 10) (map (*2) [2..10]))</a:t>
            </a:r>
          </a:p>
        </p:txBody>
      </p:sp>
      <p:sp>
        <p:nvSpPr>
          <p:cNvPr id="11" name="Text Box 4">
            <a:extLst>
              <a:ext uri="{FF2B5EF4-FFF2-40B4-BE49-F238E27FC236}">
                <a16:creationId xmlns:a16="http://schemas.microsoft.com/office/drawing/2014/main" id="{C5E94B6D-DB6B-9249-A25A-20951ACB1C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4007" y="4073573"/>
            <a:ext cx="7753469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sum  $ filter (&gt; 10) (map (*2) [2..10])</a:t>
            </a:r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6A09B125-9802-6549-A6A1-AFDCCFAAA4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8362" y="5149696"/>
            <a:ext cx="8009950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sum  $ filter (&gt; 10) $  map (*2) [2..10]</a:t>
            </a:r>
          </a:p>
        </p:txBody>
      </p:sp>
    </p:spTree>
    <p:extLst>
      <p:ext uri="{BB962C8B-B14F-4D97-AF65-F5344CB8AC3E}">
        <p14:creationId xmlns:p14="http://schemas.microsoft.com/office/powerpoint/2010/main" val="373757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731" y="2501129"/>
            <a:ext cx="10056431" cy="440120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30</a:t>
            </a:r>
          </a:p>
          <a:p>
            <a:endParaRPr lang="en-IE" sz="2800" dirty="0"/>
          </a:p>
          <a:p>
            <a:r>
              <a:rPr lang="en-IE" sz="2800" dirty="0"/>
              <a:t>30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[7.0,30.0,9.0,1.7320508075688772]</a:t>
            </a:r>
          </a:p>
          <a:p>
            <a:endParaRPr lang="en-IE" sz="2800" dirty="0"/>
          </a:p>
          <a:p>
            <a:r>
              <a:rPr lang="en-IE" sz="2800" dirty="0"/>
              <a:t>How does this work?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expression on right is used as parameter to function on left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447675" y="74395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Another </a:t>
            </a:r>
            <a:r>
              <a:rPr lang="en-US" kern="0" dirty="0">
                <a:latin typeface="Arial Black" charset="0"/>
                <a:ea typeface="ＭＳ Ｐゴシック" charset="0"/>
              </a:rPr>
              <a:t>example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488C4DEC-3170-8D45-95C7-23CFEC8803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730" y="2086862"/>
            <a:ext cx="2980303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(10*) $ 3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7C4427EC-52D8-7B40-BCE3-1C7C063DBB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730" y="2985596"/>
            <a:ext cx="3241593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($ 3) (10*)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8CFEBA51-C0FF-334C-9B16-F080DE3D2B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7602" y="3977559"/>
            <a:ext cx="5753498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map ($ 3) [(4+), (10*), (^2), sqrt]</a:t>
            </a:r>
          </a:p>
        </p:txBody>
      </p:sp>
    </p:spTree>
    <p:extLst>
      <p:ext uri="{BB962C8B-B14F-4D97-AF65-F5344CB8AC3E}">
        <p14:creationId xmlns:p14="http://schemas.microsoft.com/office/powerpoint/2010/main" val="2739842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41" descr="Text&#10;&#10;Description automatically generated">
            <a:extLst>
              <a:ext uri="{FF2B5EF4-FFF2-40B4-BE49-F238E27FC236}">
                <a16:creationId xmlns:a16="http://schemas.microsoft.com/office/drawing/2014/main" id="{141DDF3B-FD32-7F4E-952D-A3750E179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647" y="2482454"/>
            <a:ext cx="4888706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Slide Number Placeholder 2">
            <a:extLst>
              <a:ext uri="{FF2B5EF4-FFF2-40B4-BE49-F238E27FC236}">
                <a16:creationId xmlns:a16="http://schemas.microsoft.com/office/drawing/2014/main" id="{DB04C08F-80B4-4D43-87D0-CE4F7D455D5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1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557213" indent="-214313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1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857250" indent="-1714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15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200150" indent="-17145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1543050" indent="-17145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18859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2288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25717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29146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spcAft>
                <a:spcPts val="450"/>
              </a:spcAft>
              <a:buClrTx/>
              <a:buNone/>
            </a:pPr>
            <a:fld id="{350E24D9-8BBE-D14C-8545-85663EDC0EE7}" type="slidenum">
              <a:rPr kumimoji="0" lang="en-US" altLang="en-US" sz="1050"/>
              <a:pPr>
                <a:spcBef>
                  <a:spcPct val="0"/>
                </a:spcBef>
                <a:spcAft>
                  <a:spcPts val="450"/>
                </a:spcAft>
                <a:buClrTx/>
                <a:buNone/>
              </a:pPr>
              <a:t>7</a:t>
            </a:fld>
            <a:endParaRPr kumimoji="0" lang="en-US" altLang="en-US" sz="1050"/>
          </a:p>
        </p:txBody>
      </p:sp>
    </p:spTree>
    <p:extLst>
      <p:ext uri="{BB962C8B-B14F-4D97-AF65-F5344CB8AC3E}">
        <p14:creationId xmlns:p14="http://schemas.microsoft.com/office/powerpoint/2010/main" val="81699883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11278</TotalTime>
  <Words>295</Words>
  <Application>Microsoft Macintosh PowerPoint</Application>
  <PresentationFormat>Widescreen</PresentationFormat>
  <Paragraphs>73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Black</vt:lpstr>
      <vt:lpstr>Calibri</vt:lpstr>
      <vt:lpstr>Tahoma</vt:lpstr>
      <vt:lpstr>Times New Roman</vt:lpstr>
      <vt:lpstr>Trebuchet MS</vt:lpstr>
      <vt:lpstr>Berlin</vt:lpstr>
      <vt:lpstr>PowerPoint Presentation</vt:lpstr>
      <vt:lpstr>$ as function application </vt:lpstr>
      <vt:lpstr>$ as function application </vt:lpstr>
      <vt:lpstr>$ as function application </vt:lpstr>
      <vt:lpstr>PowerPoint Presentation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910</cp:revision>
  <cp:lastPrinted>2019-03-05T06:58:17Z</cp:lastPrinted>
  <dcterms:created xsi:type="dcterms:W3CDTF">2000-11-20T11:40:19Z</dcterms:created>
  <dcterms:modified xsi:type="dcterms:W3CDTF">2025-03-17T21:32:39Z</dcterms:modified>
</cp:coreProperties>
</file>