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53" r:id="rId1"/>
  </p:sldMasterIdLst>
  <p:notesMasterIdLst>
    <p:notesMasterId r:id="rId11"/>
  </p:notesMasterIdLst>
  <p:handoutMasterIdLst>
    <p:handoutMasterId r:id="rId12"/>
  </p:handoutMasterIdLst>
  <p:sldIdLst>
    <p:sldId id="328" r:id="rId2"/>
    <p:sldId id="366" r:id="rId3"/>
    <p:sldId id="347" r:id="rId4"/>
    <p:sldId id="367" r:id="rId5"/>
    <p:sldId id="348" r:id="rId6"/>
    <p:sldId id="290" r:id="rId7"/>
    <p:sldId id="368" r:id="rId8"/>
    <p:sldId id="343" r:id="rId9"/>
    <p:sldId id="369" r:id="rId10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8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69"/>
    <p:restoredTop sz="94361"/>
  </p:normalViewPr>
  <p:slideViewPr>
    <p:cSldViewPr snapToGrid="0">
      <p:cViewPr>
        <p:scale>
          <a:sx n="83" d="100"/>
          <a:sy n="83" d="100"/>
        </p:scale>
        <p:origin x="1960" y="9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05CEB389-31E8-AB46-A69E-5E6395AF6B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79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C613AF-66BC-8C45-8FFC-81938FBA41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864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4242851"/>
            <a:ext cx="8968085" cy="27594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8" y="4243845"/>
            <a:ext cx="3077107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2590079"/>
            <a:ext cx="8968085" cy="166033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7" y="2590079"/>
            <a:ext cx="3077109" cy="16603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4" y="2733708"/>
            <a:ext cx="8092358" cy="1373070"/>
          </a:xfrm>
        </p:spPr>
        <p:txBody>
          <a:bodyPr anchor="b">
            <a:noAutofit/>
          </a:bodyPr>
          <a:lstStyle>
            <a:lvl1pPr algn="r">
              <a:defRPr sz="47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4" y="4394040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998"/>
            </a:lvl1pPr>
            <a:lvl2pPr marL="456821" indent="0" algn="ctr">
              <a:buNone/>
              <a:defRPr sz="1998"/>
            </a:lvl2pPr>
            <a:lvl3pPr marL="913643" indent="0" algn="ctr">
              <a:buNone/>
              <a:defRPr sz="1799"/>
            </a:lvl3pPr>
            <a:lvl4pPr marL="1370466" indent="0" algn="ctr">
              <a:buNone/>
              <a:defRPr sz="1599"/>
            </a:lvl4pPr>
            <a:lvl5pPr marL="1827288" indent="0" algn="ctr">
              <a:buNone/>
              <a:defRPr sz="1599"/>
            </a:lvl5pPr>
            <a:lvl6pPr marL="2284109" indent="0" algn="ctr">
              <a:buNone/>
              <a:defRPr sz="1599"/>
            </a:lvl6pPr>
            <a:lvl7pPr marL="2740931" indent="0" algn="ctr">
              <a:buNone/>
              <a:defRPr sz="1599"/>
            </a:lvl7pPr>
            <a:lvl8pPr marL="3197754" indent="0" algn="ctr">
              <a:buNone/>
              <a:defRPr sz="1599"/>
            </a:lvl8pPr>
            <a:lvl9pPr marL="3654576" indent="0" algn="ctr">
              <a:buNone/>
              <a:defRPr sz="159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74207" y="5936190"/>
            <a:ext cx="2743201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1202" y="5936190"/>
            <a:ext cx="5362221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2750337"/>
            <a:ext cx="1827057" cy="135644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6758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1" y="609600"/>
            <a:ext cx="12215958" cy="1677036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8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2728433"/>
            <a:ext cx="12215958" cy="1677036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853" y="2869895"/>
            <a:ext cx="9185534" cy="1090788"/>
          </a:xfrm>
        </p:spPr>
        <p:txBody>
          <a:bodyPr anchor="ctr">
            <a:normAutofit/>
          </a:bodyPr>
          <a:lstStyle>
            <a:lvl1pPr algn="r">
              <a:defRPr sz="359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853" y="4232174"/>
            <a:ext cx="9185534" cy="1704016"/>
          </a:xfrm>
        </p:spPr>
        <p:txBody>
          <a:bodyPr>
            <a:normAutofit/>
          </a:bodyPr>
          <a:lstStyle>
            <a:lvl1pPr marL="0" indent="0" algn="r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1pPr>
            <a:lvl2pPr marL="456821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64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0466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728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4109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093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775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4576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154413" y="5936190"/>
            <a:ext cx="2743201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1203" y="5936190"/>
            <a:ext cx="6446231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5251" y="2869897"/>
            <a:ext cx="1533115" cy="1090788"/>
          </a:xfrm>
        </p:spPr>
        <p:txBody>
          <a:bodyPr/>
          <a:lstStyle/>
          <a:p>
            <a:pPr>
              <a:defRPr/>
            </a:pPr>
            <a:fld id="{D34BF70C-D155-7D48-91BD-16746CB44B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6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" y="609600"/>
            <a:ext cx="12215958" cy="167703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2" y="753229"/>
            <a:ext cx="9183185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3" y="2336872"/>
            <a:ext cx="4477199" cy="35993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4840" y="2336872"/>
            <a:ext cx="4479548" cy="35993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2B149C-5A7C-8A40-8B3B-ABD9D8FE08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65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1" y="609600"/>
            <a:ext cx="12215958" cy="1677036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851" y="753231"/>
            <a:ext cx="9195380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653" y="2336874"/>
            <a:ext cx="4193441" cy="693134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821" indent="0">
              <a:buNone/>
              <a:defRPr sz="1998" b="1"/>
            </a:lvl2pPr>
            <a:lvl3pPr marL="913643" indent="0">
              <a:buNone/>
              <a:defRPr sz="1799" b="1"/>
            </a:lvl3pPr>
            <a:lvl4pPr marL="1370466" indent="0">
              <a:buNone/>
              <a:defRPr sz="1599" b="1"/>
            </a:lvl4pPr>
            <a:lvl5pPr marL="1827288" indent="0">
              <a:buNone/>
              <a:defRPr sz="1599" b="1"/>
            </a:lvl5pPr>
            <a:lvl6pPr marL="2284109" indent="0">
              <a:buNone/>
              <a:defRPr sz="1599" b="1"/>
            </a:lvl6pPr>
            <a:lvl7pPr marL="2740931" indent="0">
              <a:buNone/>
              <a:defRPr sz="1599" b="1"/>
            </a:lvl7pPr>
            <a:lvl8pPr marL="3197754" indent="0">
              <a:buNone/>
              <a:defRPr sz="1599" b="1"/>
            </a:lvl8pPr>
            <a:lvl9pPr marL="3654576" indent="0">
              <a:buNone/>
              <a:defRPr sz="159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850" y="3030010"/>
            <a:ext cx="4489394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10197" y="2336872"/>
            <a:ext cx="4194036" cy="692076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821" indent="0">
              <a:buNone/>
              <a:defRPr sz="1998" b="1"/>
            </a:lvl2pPr>
            <a:lvl3pPr marL="913643" indent="0">
              <a:buNone/>
              <a:defRPr sz="1799" b="1"/>
            </a:lvl3pPr>
            <a:lvl4pPr marL="1370466" indent="0">
              <a:buNone/>
              <a:defRPr sz="1599" b="1"/>
            </a:lvl4pPr>
            <a:lvl5pPr marL="1827288" indent="0">
              <a:buNone/>
              <a:defRPr sz="1599" b="1"/>
            </a:lvl5pPr>
            <a:lvl6pPr marL="2284109" indent="0">
              <a:buNone/>
              <a:defRPr sz="1599" b="1"/>
            </a:lvl6pPr>
            <a:lvl7pPr marL="2740931" indent="0">
              <a:buNone/>
              <a:defRPr sz="1599" b="1"/>
            </a:lvl7pPr>
            <a:lvl8pPr marL="3197754" indent="0">
              <a:buNone/>
              <a:defRPr sz="1599" b="1"/>
            </a:lvl8pPr>
            <a:lvl9pPr marL="3654576" indent="0">
              <a:buNone/>
              <a:defRPr sz="159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4840" y="3030010"/>
            <a:ext cx="4489391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A415B7-371A-3840-81B1-0A9B9BCF3B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9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" y="609600"/>
            <a:ext cx="12215958" cy="1677036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C1FA8-E849-9047-9722-D34601CB06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9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10289621" y="1973262"/>
            <a:ext cx="192633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281027" y="609600"/>
            <a:ext cx="1910974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367834-1F6B-D04F-9A28-C67EB7881E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92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" y="609600"/>
            <a:ext cx="12215958" cy="167703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851" y="753228"/>
            <a:ext cx="9195380" cy="1080939"/>
          </a:xfrm>
        </p:spPr>
        <p:txBody>
          <a:bodyPr anchor="ctr">
            <a:normAutofit/>
          </a:bodyPr>
          <a:lstStyle>
            <a:lvl1pPr>
              <a:defRPr sz="359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9" y="2336874"/>
            <a:ext cx="5218383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203" y="2336874"/>
            <a:ext cx="3728320" cy="3599317"/>
          </a:xfrm>
        </p:spPr>
        <p:txBody>
          <a:bodyPr anchor="ctr"/>
          <a:lstStyle>
            <a:lvl1pPr marL="0" indent="0">
              <a:buNone/>
              <a:defRPr sz="1599"/>
            </a:lvl1pPr>
            <a:lvl2pPr marL="456821" indent="0">
              <a:buNone/>
              <a:defRPr sz="1399"/>
            </a:lvl2pPr>
            <a:lvl3pPr marL="913643" indent="0">
              <a:buNone/>
              <a:defRPr sz="1199"/>
            </a:lvl3pPr>
            <a:lvl4pPr marL="1370466" indent="0">
              <a:buNone/>
              <a:defRPr sz="999"/>
            </a:lvl4pPr>
            <a:lvl5pPr marL="1827288" indent="0">
              <a:buNone/>
              <a:defRPr sz="999"/>
            </a:lvl5pPr>
            <a:lvl6pPr marL="2284109" indent="0">
              <a:buNone/>
              <a:defRPr sz="999"/>
            </a:lvl6pPr>
            <a:lvl7pPr marL="2740931" indent="0">
              <a:buNone/>
              <a:defRPr sz="999"/>
            </a:lvl7pPr>
            <a:lvl8pPr marL="3197754" indent="0">
              <a:buNone/>
              <a:defRPr sz="999"/>
            </a:lvl8pPr>
            <a:lvl9pPr marL="3654576" indent="0">
              <a:buNone/>
              <a:defRPr sz="9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D4E9F-BF2E-394F-AFB8-DD3D501C29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5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" y="609600"/>
            <a:ext cx="12215958" cy="167703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851" y="753229"/>
            <a:ext cx="9195380" cy="1080937"/>
          </a:xfrm>
        </p:spPr>
        <p:txBody>
          <a:bodyPr anchor="ctr">
            <a:normAutofit/>
          </a:bodyPr>
          <a:lstStyle>
            <a:lvl1pPr>
              <a:defRPr sz="359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81275" y="2336875"/>
            <a:ext cx="5222955" cy="359931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196"/>
            </a:lvl1pPr>
            <a:lvl2pPr marL="456821" indent="0">
              <a:buNone/>
              <a:defRPr sz="2798"/>
            </a:lvl2pPr>
            <a:lvl3pPr marL="913643" indent="0">
              <a:buNone/>
              <a:defRPr sz="2398"/>
            </a:lvl3pPr>
            <a:lvl4pPr marL="1370466" indent="0">
              <a:buNone/>
              <a:defRPr sz="1998"/>
            </a:lvl4pPr>
            <a:lvl5pPr marL="1827288" indent="0">
              <a:buNone/>
              <a:defRPr sz="1998"/>
            </a:lvl5pPr>
            <a:lvl6pPr marL="2284109" indent="0">
              <a:buNone/>
              <a:defRPr sz="1998"/>
            </a:lvl6pPr>
            <a:lvl7pPr marL="2740931" indent="0">
              <a:buNone/>
              <a:defRPr sz="1998"/>
            </a:lvl7pPr>
            <a:lvl8pPr marL="3197754" indent="0">
              <a:buNone/>
              <a:defRPr sz="1998"/>
            </a:lvl8pPr>
            <a:lvl9pPr marL="3654576" indent="0">
              <a:buNone/>
              <a:defRPr sz="199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850" y="2336875"/>
            <a:ext cx="3731316" cy="3599315"/>
          </a:xfrm>
        </p:spPr>
        <p:txBody>
          <a:bodyPr anchor="ctr"/>
          <a:lstStyle>
            <a:lvl1pPr marL="0" indent="0">
              <a:buNone/>
              <a:defRPr sz="1599"/>
            </a:lvl1pPr>
            <a:lvl2pPr marL="456821" indent="0">
              <a:buNone/>
              <a:defRPr sz="1399"/>
            </a:lvl2pPr>
            <a:lvl3pPr marL="913643" indent="0">
              <a:buNone/>
              <a:defRPr sz="1199"/>
            </a:lvl3pPr>
            <a:lvl4pPr marL="1370466" indent="0">
              <a:buNone/>
              <a:defRPr sz="999"/>
            </a:lvl4pPr>
            <a:lvl5pPr marL="1827288" indent="0">
              <a:buNone/>
              <a:defRPr sz="999"/>
            </a:lvl5pPr>
            <a:lvl6pPr marL="2284109" indent="0">
              <a:buNone/>
              <a:defRPr sz="999"/>
            </a:lvl6pPr>
            <a:lvl7pPr marL="2740931" indent="0">
              <a:buNone/>
              <a:defRPr sz="999"/>
            </a:lvl7pPr>
            <a:lvl8pPr marL="3197754" indent="0">
              <a:buNone/>
              <a:defRPr sz="999"/>
            </a:lvl8pPr>
            <a:lvl9pPr marL="3654576" indent="0">
              <a:buNone/>
              <a:defRPr sz="9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AC4A9-8955-664E-BB4E-51394A3392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" y="4572001"/>
            <a:ext cx="12215958" cy="1677036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5" y="4711616"/>
            <a:ext cx="9193026" cy="544482"/>
          </a:xfrm>
        </p:spPr>
        <p:txBody>
          <a:bodyPr anchor="b">
            <a:normAutofit/>
          </a:bodyPr>
          <a:lstStyle>
            <a:lvl1pPr>
              <a:defRPr sz="239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08851" y="609598"/>
            <a:ext cx="9195380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196"/>
            </a:lvl1pPr>
            <a:lvl2pPr marL="456821" indent="0">
              <a:buNone/>
              <a:defRPr sz="2798"/>
            </a:lvl2pPr>
            <a:lvl3pPr marL="913643" indent="0">
              <a:buNone/>
              <a:defRPr sz="2398"/>
            </a:lvl3pPr>
            <a:lvl4pPr marL="1370466" indent="0">
              <a:buNone/>
              <a:defRPr sz="1998"/>
            </a:lvl4pPr>
            <a:lvl5pPr marL="1827288" indent="0">
              <a:buNone/>
              <a:defRPr sz="1998"/>
            </a:lvl5pPr>
            <a:lvl6pPr marL="2284109" indent="0">
              <a:buNone/>
              <a:defRPr sz="1998"/>
            </a:lvl6pPr>
            <a:lvl7pPr marL="2740931" indent="0">
              <a:buNone/>
              <a:defRPr sz="1998"/>
            </a:lvl7pPr>
            <a:lvl8pPr marL="3197754" indent="0">
              <a:buNone/>
              <a:defRPr sz="1998"/>
            </a:lvl8pPr>
            <a:lvl9pPr marL="3654576" indent="0">
              <a:buNone/>
              <a:defRPr sz="199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201" y="5256098"/>
            <a:ext cx="9193029" cy="547820"/>
          </a:xfrm>
        </p:spPr>
        <p:txBody>
          <a:bodyPr/>
          <a:lstStyle>
            <a:lvl1pPr marL="0" indent="0">
              <a:buNone/>
              <a:defRPr sz="1599"/>
            </a:lvl1pPr>
            <a:lvl2pPr marL="456821" indent="0">
              <a:buNone/>
              <a:defRPr sz="1399"/>
            </a:lvl2pPr>
            <a:lvl3pPr marL="913643" indent="0">
              <a:buNone/>
              <a:defRPr sz="1199"/>
            </a:lvl3pPr>
            <a:lvl4pPr marL="1370466" indent="0">
              <a:buNone/>
              <a:defRPr sz="999"/>
            </a:lvl4pPr>
            <a:lvl5pPr marL="1827288" indent="0">
              <a:buNone/>
              <a:defRPr sz="999"/>
            </a:lvl5pPr>
            <a:lvl6pPr marL="2284109" indent="0">
              <a:buNone/>
              <a:defRPr sz="999"/>
            </a:lvl6pPr>
            <a:lvl7pPr marL="2740931" indent="0">
              <a:buNone/>
              <a:defRPr sz="999"/>
            </a:lvl7pPr>
            <a:lvl8pPr marL="3197754" indent="0">
              <a:buNone/>
              <a:defRPr sz="999"/>
            </a:lvl8pPr>
            <a:lvl9pPr marL="3654576" indent="0">
              <a:buNone/>
              <a:defRPr sz="9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75251" y="4711311"/>
            <a:ext cx="1533115" cy="1090788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883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" y="4572001"/>
            <a:ext cx="12215958" cy="1677036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008" y="609597"/>
            <a:ext cx="9195380" cy="3592750"/>
          </a:xfrm>
        </p:spPr>
        <p:txBody>
          <a:bodyPr anchor="ctr"/>
          <a:lstStyle>
            <a:lvl1pPr>
              <a:defRPr sz="31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853" y="4710341"/>
            <a:ext cx="9185534" cy="1101764"/>
          </a:xfrm>
        </p:spPr>
        <p:txBody>
          <a:bodyPr anchor="ctr"/>
          <a:lstStyle>
            <a:lvl1pPr marL="0" indent="0">
              <a:buNone/>
              <a:defRPr sz="1599"/>
            </a:lvl1pPr>
            <a:lvl2pPr marL="456821" indent="0">
              <a:buNone/>
              <a:defRPr sz="1399"/>
            </a:lvl2pPr>
            <a:lvl3pPr marL="913643" indent="0">
              <a:buNone/>
              <a:defRPr sz="1199"/>
            </a:lvl3pPr>
            <a:lvl4pPr marL="1370466" indent="0">
              <a:buNone/>
              <a:defRPr sz="999"/>
            </a:lvl4pPr>
            <a:lvl5pPr marL="1827288" indent="0">
              <a:buNone/>
              <a:defRPr sz="999"/>
            </a:lvl5pPr>
            <a:lvl6pPr marL="2284109" indent="0">
              <a:buNone/>
              <a:defRPr sz="999"/>
            </a:lvl6pPr>
            <a:lvl7pPr marL="2740931" indent="0">
              <a:buNone/>
              <a:defRPr sz="999"/>
            </a:lvl7pPr>
            <a:lvl8pPr marL="3197754" indent="0">
              <a:buNone/>
              <a:defRPr sz="999"/>
            </a:lvl8pPr>
            <a:lvl9pPr marL="3654576" indent="0">
              <a:buNone/>
              <a:defRPr sz="9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75251" y="4711618"/>
            <a:ext cx="1533115" cy="1090788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998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1" y="4572001"/>
            <a:ext cx="12215958" cy="1677036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895" y="616983"/>
            <a:ext cx="8566863" cy="3036060"/>
          </a:xfrm>
        </p:spPr>
        <p:txBody>
          <a:bodyPr anchor="ctr"/>
          <a:lstStyle>
            <a:lvl1pPr>
              <a:defRPr sz="31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19252" y="3660762"/>
            <a:ext cx="7983640" cy="548969"/>
          </a:xfrm>
        </p:spPr>
        <p:txBody>
          <a:bodyPr anchor="t">
            <a:normAutofit/>
          </a:bodyPr>
          <a:lstStyle>
            <a:lvl1pPr marL="0" indent="0">
              <a:buNone/>
              <a:defRPr sz="1399"/>
            </a:lvl1pPr>
            <a:lvl2pPr marL="456821" indent="0">
              <a:buNone/>
              <a:defRPr sz="1399"/>
            </a:lvl2pPr>
            <a:lvl3pPr marL="913643" indent="0">
              <a:buNone/>
              <a:defRPr sz="1199"/>
            </a:lvl3pPr>
            <a:lvl4pPr marL="1370466" indent="0">
              <a:buNone/>
              <a:defRPr sz="999"/>
            </a:lvl4pPr>
            <a:lvl5pPr marL="1827288" indent="0">
              <a:buNone/>
              <a:defRPr sz="999"/>
            </a:lvl5pPr>
            <a:lvl6pPr marL="2284109" indent="0">
              <a:buNone/>
              <a:defRPr sz="999"/>
            </a:lvl6pPr>
            <a:lvl7pPr marL="2740931" indent="0">
              <a:buNone/>
              <a:defRPr sz="999"/>
            </a:lvl7pPr>
            <a:lvl8pPr marL="3197754" indent="0">
              <a:buNone/>
              <a:defRPr sz="999"/>
            </a:lvl8pPr>
            <a:lvl9pPr marL="3654576" indent="0">
              <a:buNone/>
              <a:defRPr sz="9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850" y="4710341"/>
            <a:ext cx="9205226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599"/>
            </a:lvl1pPr>
            <a:lvl2pPr marL="456821" indent="0">
              <a:buNone/>
              <a:defRPr sz="1399"/>
            </a:lvl2pPr>
            <a:lvl3pPr marL="913643" indent="0">
              <a:buNone/>
              <a:defRPr sz="1199"/>
            </a:lvl3pPr>
            <a:lvl4pPr marL="1370466" indent="0">
              <a:buNone/>
              <a:defRPr sz="999"/>
            </a:lvl4pPr>
            <a:lvl5pPr marL="1827288" indent="0">
              <a:buNone/>
              <a:defRPr sz="999"/>
            </a:lvl5pPr>
            <a:lvl6pPr marL="2284109" indent="0">
              <a:buNone/>
              <a:defRPr sz="999"/>
            </a:lvl6pPr>
            <a:lvl7pPr marL="2740931" indent="0">
              <a:buNone/>
              <a:defRPr sz="999"/>
            </a:lvl7pPr>
            <a:lvl8pPr marL="3197754" indent="0">
              <a:buNone/>
              <a:defRPr sz="999"/>
            </a:lvl8pPr>
            <a:lvl9pPr marL="3654576" indent="0">
              <a:buNone/>
              <a:defRPr sz="9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75251" y="4709928"/>
            <a:ext cx="1533115" cy="1090788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61244" y="748118"/>
            <a:ext cx="711201" cy="584775"/>
          </a:xfrm>
          <a:prstGeom prst="rect">
            <a:avLst/>
          </a:prstGeom>
        </p:spPr>
        <p:txBody>
          <a:bodyPr vert="horz" lIns="91356" tIns="45679" rIns="91356" bIns="45679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19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9588" y="2998574"/>
            <a:ext cx="609600" cy="584777"/>
          </a:xfrm>
          <a:prstGeom prst="rect">
            <a:avLst/>
          </a:prstGeom>
        </p:spPr>
        <p:txBody>
          <a:bodyPr vert="horz" lIns="91356" tIns="45679" rIns="91356" bIns="45679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194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66279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" y="4572001"/>
            <a:ext cx="12215958" cy="1677036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851" y="4710341"/>
            <a:ext cx="9195380" cy="589813"/>
          </a:xfrm>
        </p:spPr>
        <p:txBody>
          <a:bodyPr anchor="b"/>
          <a:lstStyle>
            <a:lvl1pPr>
              <a:defRPr sz="31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851" y="5300151"/>
            <a:ext cx="9195380" cy="511954"/>
          </a:xfrm>
        </p:spPr>
        <p:txBody>
          <a:bodyPr anchor="t"/>
          <a:lstStyle>
            <a:lvl1pPr marL="0" indent="0">
              <a:buNone/>
              <a:defRPr sz="1599"/>
            </a:lvl1pPr>
            <a:lvl2pPr marL="456821" indent="0">
              <a:buNone/>
              <a:defRPr sz="1399"/>
            </a:lvl2pPr>
            <a:lvl3pPr marL="913643" indent="0">
              <a:buNone/>
              <a:defRPr sz="1199"/>
            </a:lvl3pPr>
            <a:lvl4pPr marL="1370466" indent="0">
              <a:buNone/>
              <a:defRPr sz="999"/>
            </a:lvl4pPr>
            <a:lvl5pPr marL="1827288" indent="0">
              <a:buNone/>
              <a:defRPr sz="999"/>
            </a:lvl5pPr>
            <a:lvl6pPr marL="2284109" indent="0">
              <a:buNone/>
              <a:defRPr sz="999"/>
            </a:lvl6pPr>
            <a:lvl7pPr marL="2740931" indent="0">
              <a:buNone/>
              <a:defRPr sz="999"/>
            </a:lvl7pPr>
            <a:lvl8pPr marL="3197754" indent="0">
              <a:buNone/>
              <a:defRPr sz="999"/>
            </a:lvl8pPr>
            <a:lvl9pPr marL="3654576" indent="0">
              <a:buNone/>
              <a:defRPr sz="9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75251" y="4709928"/>
            <a:ext cx="1533115" cy="1090788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6512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609600"/>
            <a:ext cx="12215958" cy="1677036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708851" y="753229"/>
            <a:ext cx="9195380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710173" y="2329490"/>
            <a:ext cx="2926080" cy="576262"/>
          </a:xfrm>
        </p:spPr>
        <p:txBody>
          <a:bodyPr anchor="b">
            <a:noAutofit/>
          </a:bodyPr>
          <a:lstStyle>
            <a:lvl1pPr marL="0" indent="0">
              <a:buNone/>
              <a:defRPr sz="2398" b="0">
                <a:solidFill>
                  <a:schemeClr val="tx1"/>
                </a:solidFill>
              </a:defRPr>
            </a:lvl1pPr>
            <a:lvl2pPr marL="456821" indent="0">
              <a:buNone/>
              <a:defRPr sz="1998" b="1"/>
            </a:lvl2pPr>
            <a:lvl3pPr marL="913643" indent="0">
              <a:buNone/>
              <a:defRPr sz="1799" b="1"/>
            </a:lvl3pPr>
            <a:lvl4pPr marL="1370466" indent="0">
              <a:buNone/>
              <a:defRPr sz="1599" b="1"/>
            </a:lvl4pPr>
            <a:lvl5pPr marL="1827288" indent="0">
              <a:buNone/>
              <a:defRPr sz="1599" b="1"/>
            </a:lvl5pPr>
            <a:lvl6pPr marL="2284109" indent="0">
              <a:buNone/>
              <a:defRPr sz="1599" b="1"/>
            </a:lvl6pPr>
            <a:lvl7pPr marL="2740931" indent="0">
              <a:buNone/>
              <a:defRPr sz="1599" b="1"/>
            </a:lvl7pPr>
            <a:lvl8pPr marL="3197754" indent="0">
              <a:buNone/>
              <a:defRPr sz="1599" b="1"/>
            </a:lvl8pPr>
            <a:lvl9pPr marL="3654576" indent="0">
              <a:buNone/>
              <a:defRPr sz="159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719704" y="3015292"/>
            <a:ext cx="292608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399"/>
            </a:lvl1pPr>
            <a:lvl2pPr marL="456821" indent="0">
              <a:buNone/>
              <a:defRPr sz="1199"/>
            </a:lvl2pPr>
            <a:lvl3pPr marL="913643" indent="0">
              <a:buNone/>
              <a:defRPr sz="999"/>
            </a:lvl3pPr>
            <a:lvl4pPr marL="1370466" indent="0">
              <a:buNone/>
              <a:defRPr sz="900"/>
            </a:lvl4pPr>
            <a:lvl5pPr marL="1827288" indent="0">
              <a:buNone/>
              <a:defRPr sz="900"/>
            </a:lvl5pPr>
            <a:lvl6pPr marL="2284109" indent="0">
              <a:buNone/>
              <a:defRPr sz="900"/>
            </a:lvl6pPr>
            <a:lvl7pPr marL="2740931" indent="0">
              <a:buNone/>
              <a:defRPr sz="900"/>
            </a:lvl7pPr>
            <a:lvl8pPr marL="3197754" indent="0">
              <a:buNone/>
              <a:defRPr sz="900"/>
            </a:lvl8pPr>
            <a:lvl9pPr marL="3654576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7884" y="2336873"/>
            <a:ext cx="2926080" cy="576262"/>
          </a:xfrm>
        </p:spPr>
        <p:txBody>
          <a:bodyPr anchor="b">
            <a:noAutofit/>
          </a:bodyPr>
          <a:lstStyle>
            <a:lvl1pPr marL="0" indent="0">
              <a:buNone/>
              <a:defRPr sz="2398" b="0">
                <a:solidFill>
                  <a:schemeClr val="tx1"/>
                </a:solidFill>
              </a:defRPr>
            </a:lvl1pPr>
            <a:lvl2pPr marL="456821" indent="0">
              <a:buNone/>
              <a:defRPr sz="1998" b="1"/>
            </a:lvl2pPr>
            <a:lvl3pPr marL="913643" indent="0">
              <a:buNone/>
              <a:defRPr sz="1799" b="1"/>
            </a:lvl3pPr>
            <a:lvl4pPr marL="1370466" indent="0">
              <a:buNone/>
              <a:defRPr sz="1599" b="1"/>
            </a:lvl4pPr>
            <a:lvl5pPr marL="1827288" indent="0">
              <a:buNone/>
              <a:defRPr sz="1599" b="1"/>
            </a:lvl5pPr>
            <a:lvl6pPr marL="2284109" indent="0">
              <a:buNone/>
              <a:defRPr sz="1599" b="1"/>
            </a:lvl6pPr>
            <a:lvl7pPr marL="2740931" indent="0">
              <a:buNone/>
              <a:defRPr sz="1599" b="1"/>
            </a:lvl7pPr>
            <a:lvl8pPr marL="3197754" indent="0">
              <a:buNone/>
              <a:defRPr sz="1599" b="1"/>
            </a:lvl8pPr>
            <a:lvl9pPr marL="3654576" indent="0">
              <a:buNone/>
              <a:defRPr sz="159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39614" y="3007908"/>
            <a:ext cx="292608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399"/>
            </a:lvl1pPr>
            <a:lvl2pPr marL="456821" indent="0">
              <a:buNone/>
              <a:defRPr sz="1199"/>
            </a:lvl2pPr>
            <a:lvl3pPr marL="913643" indent="0">
              <a:buNone/>
              <a:defRPr sz="999"/>
            </a:lvl3pPr>
            <a:lvl4pPr marL="1370466" indent="0">
              <a:buNone/>
              <a:defRPr sz="900"/>
            </a:lvl4pPr>
            <a:lvl5pPr marL="1827288" indent="0">
              <a:buNone/>
              <a:defRPr sz="900"/>
            </a:lvl5pPr>
            <a:lvl6pPr marL="2284109" indent="0">
              <a:buNone/>
              <a:defRPr sz="900"/>
            </a:lvl6pPr>
            <a:lvl7pPr marL="2740931" indent="0">
              <a:buNone/>
              <a:defRPr sz="900"/>
            </a:lvl7pPr>
            <a:lvl8pPr marL="3197754" indent="0">
              <a:buNone/>
              <a:defRPr sz="900"/>
            </a:lvl8pPr>
            <a:lvl9pPr marL="3654576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68182" y="2336873"/>
            <a:ext cx="2926080" cy="576262"/>
          </a:xfrm>
        </p:spPr>
        <p:txBody>
          <a:bodyPr anchor="b">
            <a:noAutofit/>
          </a:bodyPr>
          <a:lstStyle>
            <a:lvl1pPr marL="0" indent="0">
              <a:buNone/>
              <a:defRPr sz="2398" b="0">
                <a:solidFill>
                  <a:schemeClr val="tx1"/>
                </a:solidFill>
              </a:defRPr>
            </a:lvl1pPr>
            <a:lvl2pPr marL="456821" indent="0">
              <a:buNone/>
              <a:defRPr sz="1998" b="1"/>
            </a:lvl2pPr>
            <a:lvl3pPr marL="913643" indent="0">
              <a:buNone/>
              <a:defRPr sz="1799" b="1"/>
            </a:lvl3pPr>
            <a:lvl4pPr marL="1370466" indent="0">
              <a:buNone/>
              <a:defRPr sz="1599" b="1"/>
            </a:lvl4pPr>
            <a:lvl5pPr marL="1827288" indent="0">
              <a:buNone/>
              <a:defRPr sz="1599" b="1"/>
            </a:lvl5pPr>
            <a:lvl6pPr marL="2284109" indent="0">
              <a:buNone/>
              <a:defRPr sz="1599" b="1"/>
            </a:lvl6pPr>
            <a:lvl7pPr marL="2740931" indent="0">
              <a:buNone/>
              <a:defRPr sz="1599" b="1"/>
            </a:lvl7pPr>
            <a:lvl8pPr marL="3197754" indent="0">
              <a:buNone/>
              <a:defRPr sz="1599" b="1"/>
            </a:lvl8pPr>
            <a:lvl9pPr marL="3654576" indent="0">
              <a:buNone/>
              <a:defRPr sz="159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978026" y="3007906"/>
            <a:ext cx="292608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399"/>
            </a:lvl1pPr>
            <a:lvl2pPr marL="456821" indent="0">
              <a:buNone/>
              <a:defRPr sz="1199"/>
            </a:lvl2pPr>
            <a:lvl3pPr marL="913643" indent="0">
              <a:buNone/>
              <a:defRPr sz="999"/>
            </a:lvl3pPr>
            <a:lvl4pPr marL="1370466" indent="0">
              <a:buNone/>
              <a:defRPr sz="900"/>
            </a:lvl4pPr>
            <a:lvl5pPr marL="1827288" indent="0">
              <a:buNone/>
              <a:defRPr sz="900"/>
            </a:lvl5pPr>
            <a:lvl6pPr marL="2284109" indent="0">
              <a:buNone/>
              <a:defRPr sz="900"/>
            </a:lvl6pPr>
            <a:lvl7pPr marL="2740931" indent="0">
              <a:buNone/>
              <a:defRPr sz="900"/>
            </a:lvl7pPr>
            <a:lvl8pPr marL="3197754" indent="0">
              <a:buNone/>
              <a:defRPr sz="900"/>
            </a:lvl8pPr>
            <a:lvl9pPr marL="3654576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608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1" y="609600"/>
            <a:ext cx="12215958" cy="1677036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708851" y="753229"/>
            <a:ext cx="9195380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709856" y="4297503"/>
            <a:ext cx="2923010" cy="576262"/>
          </a:xfrm>
        </p:spPr>
        <p:txBody>
          <a:bodyPr anchor="b">
            <a:noAutofit/>
          </a:bodyPr>
          <a:lstStyle>
            <a:lvl1pPr marL="0" indent="0">
              <a:buNone/>
              <a:defRPr sz="2398" b="0">
                <a:solidFill>
                  <a:schemeClr val="tx1"/>
                </a:solidFill>
              </a:defRPr>
            </a:lvl1pPr>
            <a:lvl2pPr marL="456821" indent="0">
              <a:buNone/>
              <a:defRPr sz="1998" b="1"/>
            </a:lvl2pPr>
            <a:lvl3pPr marL="913643" indent="0">
              <a:buNone/>
              <a:defRPr sz="1799" b="1"/>
            </a:lvl3pPr>
            <a:lvl4pPr marL="1370466" indent="0">
              <a:buNone/>
              <a:defRPr sz="1599" b="1"/>
            </a:lvl4pPr>
            <a:lvl5pPr marL="1827288" indent="0">
              <a:buNone/>
              <a:defRPr sz="1599" b="1"/>
            </a:lvl5pPr>
            <a:lvl6pPr marL="2284109" indent="0">
              <a:buNone/>
              <a:defRPr sz="1599" b="1"/>
            </a:lvl6pPr>
            <a:lvl7pPr marL="2740931" indent="0">
              <a:buNone/>
              <a:defRPr sz="1599" b="1"/>
            </a:lvl7pPr>
            <a:lvl8pPr marL="3197754" indent="0">
              <a:buNone/>
              <a:defRPr sz="1599" b="1"/>
            </a:lvl8pPr>
            <a:lvl9pPr marL="3654576" indent="0">
              <a:buNone/>
              <a:defRPr sz="159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09856" y="2336872"/>
            <a:ext cx="2923010" cy="1524001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99"/>
            </a:lvl1pPr>
            <a:lvl2pPr marL="456821" indent="0">
              <a:buNone/>
              <a:defRPr sz="1599"/>
            </a:lvl2pPr>
            <a:lvl3pPr marL="913643" indent="0">
              <a:buNone/>
              <a:defRPr sz="1599"/>
            </a:lvl3pPr>
            <a:lvl4pPr marL="1370466" indent="0">
              <a:buNone/>
              <a:defRPr sz="1599"/>
            </a:lvl4pPr>
            <a:lvl5pPr marL="1827288" indent="0">
              <a:buNone/>
              <a:defRPr sz="1599"/>
            </a:lvl5pPr>
            <a:lvl6pPr marL="2284109" indent="0">
              <a:buNone/>
              <a:defRPr sz="1599"/>
            </a:lvl6pPr>
            <a:lvl7pPr marL="2740931" indent="0">
              <a:buNone/>
              <a:defRPr sz="1599"/>
            </a:lvl7pPr>
            <a:lvl8pPr marL="3197754" indent="0">
              <a:buNone/>
              <a:defRPr sz="1599"/>
            </a:lvl8pPr>
            <a:lvl9pPr marL="3654576" indent="0">
              <a:buNone/>
              <a:defRPr sz="159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709856" y="4873764"/>
            <a:ext cx="2923010" cy="1062423"/>
          </a:xfrm>
        </p:spPr>
        <p:txBody>
          <a:bodyPr anchor="t">
            <a:normAutofit/>
          </a:bodyPr>
          <a:lstStyle>
            <a:lvl1pPr marL="0" indent="0">
              <a:buNone/>
              <a:defRPr sz="1399"/>
            </a:lvl1pPr>
            <a:lvl2pPr marL="456821" indent="0">
              <a:buNone/>
              <a:defRPr sz="1199"/>
            </a:lvl2pPr>
            <a:lvl3pPr marL="913643" indent="0">
              <a:buNone/>
              <a:defRPr sz="999"/>
            </a:lvl3pPr>
            <a:lvl4pPr marL="1370466" indent="0">
              <a:buNone/>
              <a:defRPr sz="900"/>
            </a:lvl4pPr>
            <a:lvl5pPr marL="1827288" indent="0">
              <a:buNone/>
              <a:defRPr sz="900"/>
            </a:lvl5pPr>
            <a:lvl6pPr marL="2284109" indent="0">
              <a:buNone/>
              <a:defRPr sz="900"/>
            </a:lvl6pPr>
            <a:lvl7pPr marL="2740931" indent="0">
              <a:buNone/>
              <a:defRPr sz="900"/>
            </a:lvl7pPr>
            <a:lvl8pPr marL="3197754" indent="0">
              <a:buNone/>
              <a:defRPr sz="900"/>
            </a:lvl8pPr>
            <a:lvl9pPr marL="3654576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330" y="4297503"/>
            <a:ext cx="2953425" cy="576262"/>
          </a:xfrm>
        </p:spPr>
        <p:txBody>
          <a:bodyPr anchor="b">
            <a:noAutofit/>
          </a:bodyPr>
          <a:lstStyle>
            <a:lvl1pPr marL="0" indent="0">
              <a:buNone/>
              <a:defRPr sz="2398" b="0">
                <a:solidFill>
                  <a:schemeClr val="tx1"/>
                </a:solidFill>
              </a:defRPr>
            </a:lvl1pPr>
            <a:lvl2pPr marL="456821" indent="0">
              <a:buNone/>
              <a:defRPr sz="1998" b="1"/>
            </a:lvl2pPr>
            <a:lvl3pPr marL="913643" indent="0">
              <a:buNone/>
              <a:defRPr sz="1799" b="1"/>
            </a:lvl3pPr>
            <a:lvl4pPr marL="1370466" indent="0">
              <a:buNone/>
              <a:defRPr sz="1599" b="1"/>
            </a:lvl4pPr>
            <a:lvl5pPr marL="1827288" indent="0">
              <a:buNone/>
              <a:defRPr sz="1599" b="1"/>
            </a:lvl5pPr>
            <a:lvl6pPr marL="2284109" indent="0">
              <a:buNone/>
              <a:defRPr sz="1599" b="1"/>
            </a:lvl6pPr>
            <a:lvl7pPr marL="2740931" indent="0">
              <a:buNone/>
              <a:defRPr sz="1599" b="1"/>
            </a:lvl7pPr>
            <a:lvl8pPr marL="3197754" indent="0">
              <a:buNone/>
              <a:defRPr sz="1599" b="1"/>
            </a:lvl8pPr>
            <a:lvl9pPr marL="3654576" indent="0">
              <a:buNone/>
              <a:defRPr sz="159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27330" y="2336872"/>
            <a:ext cx="2953425" cy="1524001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99"/>
            </a:lvl1pPr>
            <a:lvl2pPr marL="456821" indent="0">
              <a:buNone/>
              <a:defRPr sz="1599"/>
            </a:lvl2pPr>
            <a:lvl3pPr marL="913643" indent="0">
              <a:buNone/>
              <a:defRPr sz="1599"/>
            </a:lvl3pPr>
            <a:lvl4pPr marL="1370466" indent="0">
              <a:buNone/>
              <a:defRPr sz="1599"/>
            </a:lvl4pPr>
            <a:lvl5pPr marL="1827288" indent="0">
              <a:buNone/>
              <a:defRPr sz="1599"/>
            </a:lvl5pPr>
            <a:lvl6pPr marL="2284109" indent="0">
              <a:buNone/>
              <a:defRPr sz="1599"/>
            </a:lvl6pPr>
            <a:lvl7pPr marL="2740931" indent="0">
              <a:buNone/>
              <a:defRPr sz="1599"/>
            </a:lvl7pPr>
            <a:lvl8pPr marL="3197754" indent="0">
              <a:buNone/>
              <a:defRPr sz="1599"/>
            </a:lvl8pPr>
            <a:lvl9pPr marL="3654576" indent="0">
              <a:buNone/>
              <a:defRPr sz="159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25978" y="4873764"/>
            <a:ext cx="2957340" cy="1062423"/>
          </a:xfrm>
        </p:spPr>
        <p:txBody>
          <a:bodyPr anchor="t">
            <a:normAutofit/>
          </a:bodyPr>
          <a:lstStyle>
            <a:lvl1pPr marL="0" indent="0">
              <a:buNone/>
              <a:defRPr sz="1399"/>
            </a:lvl1pPr>
            <a:lvl2pPr marL="456821" indent="0">
              <a:buNone/>
              <a:defRPr sz="1199"/>
            </a:lvl2pPr>
            <a:lvl3pPr marL="913643" indent="0">
              <a:buNone/>
              <a:defRPr sz="999"/>
            </a:lvl3pPr>
            <a:lvl4pPr marL="1370466" indent="0">
              <a:buNone/>
              <a:defRPr sz="900"/>
            </a:lvl4pPr>
            <a:lvl5pPr marL="1827288" indent="0">
              <a:buNone/>
              <a:defRPr sz="900"/>
            </a:lvl5pPr>
            <a:lvl6pPr marL="2284109" indent="0">
              <a:buNone/>
              <a:defRPr sz="900"/>
            </a:lvl6pPr>
            <a:lvl7pPr marL="2740931" indent="0">
              <a:buNone/>
              <a:defRPr sz="900"/>
            </a:lvl7pPr>
            <a:lvl8pPr marL="3197754" indent="0">
              <a:buNone/>
              <a:defRPr sz="900"/>
            </a:lvl8pPr>
            <a:lvl9pPr marL="3654576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74704" y="4297503"/>
            <a:ext cx="2925779" cy="576262"/>
          </a:xfrm>
        </p:spPr>
        <p:txBody>
          <a:bodyPr anchor="b">
            <a:noAutofit/>
          </a:bodyPr>
          <a:lstStyle>
            <a:lvl1pPr marL="0" indent="0">
              <a:buNone/>
              <a:defRPr sz="2398" b="0">
                <a:solidFill>
                  <a:schemeClr val="tx1"/>
                </a:solidFill>
              </a:defRPr>
            </a:lvl1pPr>
            <a:lvl2pPr marL="456821" indent="0">
              <a:buNone/>
              <a:defRPr sz="1998" b="1"/>
            </a:lvl2pPr>
            <a:lvl3pPr marL="913643" indent="0">
              <a:buNone/>
              <a:defRPr sz="1799" b="1"/>
            </a:lvl3pPr>
            <a:lvl4pPr marL="1370466" indent="0">
              <a:buNone/>
              <a:defRPr sz="1599" b="1"/>
            </a:lvl4pPr>
            <a:lvl5pPr marL="1827288" indent="0">
              <a:buNone/>
              <a:defRPr sz="1599" b="1"/>
            </a:lvl5pPr>
            <a:lvl6pPr marL="2284109" indent="0">
              <a:buNone/>
              <a:defRPr sz="1599" b="1"/>
            </a:lvl6pPr>
            <a:lvl7pPr marL="2740931" indent="0">
              <a:buNone/>
              <a:defRPr sz="1599" b="1"/>
            </a:lvl7pPr>
            <a:lvl8pPr marL="3197754" indent="0">
              <a:buNone/>
              <a:defRPr sz="1599" b="1"/>
            </a:lvl8pPr>
            <a:lvl9pPr marL="3654576" indent="0">
              <a:buNone/>
              <a:defRPr sz="159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974701" y="2336872"/>
            <a:ext cx="2925779" cy="1524001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99"/>
            </a:lvl1pPr>
            <a:lvl2pPr marL="456821" indent="0">
              <a:buNone/>
              <a:defRPr sz="1599"/>
            </a:lvl2pPr>
            <a:lvl3pPr marL="913643" indent="0">
              <a:buNone/>
              <a:defRPr sz="1599"/>
            </a:lvl3pPr>
            <a:lvl4pPr marL="1370466" indent="0">
              <a:buNone/>
              <a:defRPr sz="1599"/>
            </a:lvl4pPr>
            <a:lvl5pPr marL="1827288" indent="0">
              <a:buNone/>
              <a:defRPr sz="1599"/>
            </a:lvl5pPr>
            <a:lvl6pPr marL="2284109" indent="0">
              <a:buNone/>
              <a:defRPr sz="1599"/>
            </a:lvl6pPr>
            <a:lvl7pPr marL="2740931" indent="0">
              <a:buNone/>
              <a:defRPr sz="1599"/>
            </a:lvl7pPr>
            <a:lvl8pPr marL="3197754" indent="0">
              <a:buNone/>
              <a:defRPr sz="1599"/>
            </a:lvl8pPr>
            <a:lvl9pPr marL="3654576" indent="0">
              <a:buNone/>
              <a:defRPr sz="159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974581" y="4873762"/>
            <a:ext cx="2929653" cy="1062423"/>
          </a:xfrm>
        </p:spPr>
        <p:txBody>
          <a:bodyPr anchor="t">
            <a:normAutofit/>
          </a:bodyPr>
          <a:lstStyle>
            <a:lvl1pPr marL="0" indent="0">
              <a:buNone/>
              <a:defRPr sz="1399"/>
            </a:lvl1pPr>
            <a:lvl2pPr marL="456821" indent="0">
              <a:buNone/>
              <a:defRPr sz="1199"/>
            </a:lvl2pPr>
            <a:lvl3pPr marL="913643" indent="0">
              <a:buNone/>
              <a:defRPr sz="999"/>
            </a:lvl3pPr>
            <a:lvl4pPr marL="1370466" indent="0">
              <a:buNone/>
              <a:defRPr sz="900"/>
            </a:lvl4pPr>
            <a:lvl5pPr marL="1827288" indent="0">
              <a:buNone/>
              <a:defRPr sz="900"/>
            </a:lvl5pPr>
            <a:lvl6pPr marL="2284109" indent="0">
              <a:buNone/>
              <a:defRPr sz="900"/>
            </a:lvl6pPr>
            <a:lvl7pPr marL="2740931" indent="0">
              <a:buNone/>
              <a:defRPr sz="900"/>
            </a:lvl7pPr>
            <a:lvl8pPr marL="3197754" indent="0">
              <a:buNone/>
              <a:defRPr sz="900"/>
            </a:lvl8pPr>
            <a:lvl9pPr marL="3654576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5913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" y="609600"/>
            <a:ext cx="12215958" cy="1677036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851" y="753229"/>
            <a:ext cx="9195380" cy="1080937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14927-CF9F-8643-99B0-6F2BBAFF85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8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7244168" y="2519147"/>
            <a:ext cx="6862556" cy="1824264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53063" y="609598"/>
            <a:ext cx="1426137" cy="44619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4" y="609598"/>
            <a:ext cx="8768479" cy="5326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05527" y="5936190"/>
            <a:ext cx="2743201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3" y="5936190"/>
            <a:ext cx="6025277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8202" y="5432499"/>
            <a:ext cx="1532848" cy="1273100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DE4DFA3-B759-4941-9F09-7CA811EFFC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521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39072" y="173794"/>
            <a:ext cx="9513857" cy="3842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74" b="0" i="0">
                <a:solidFill>
                  <a:srgbClr val="FFF200"/>
                </a:solidFill>
                <a:latin typeface="Times New Roman"/>
                <a:cs typeface="Times New Roman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01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8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629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12192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8851" y="753229"/>
            <a:ext cx="9195380" cy="1080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2" y="2336872"/>
            <a:ext cx="9183185" cy="3599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57174" y="5936190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3" y="5936190"/>
            <a:ext cx="64462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4800" y="753230"/>
            <a:ext cx="1543566" cy="1090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003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</p:sldLayoutIdLst>
  <p:hf hdr="0" ftr="0" dt="0"/>
  <p:txStyles>
    <p:titleStyle>
      <a:lvl1pPr algn="l" defTabSz="913643" rtl="0" eaLnBrk="1" latinLnBrk="0" hangingPunct="1">
        <a:lnSpc>
          <a:spcPct val="90000"/>
        </a:lnSpc>
        <a:spcBef>
          <a:spcPct val="0"/>
        </a:spcBef>
        <a:buNone/>
        <a:defRPr sz="35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11" indent="-228411" algn="l" defTabSz="913643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85232" indent="-228411" algn="l" defTabSz="913643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056" indent="-228411" algn="l" defTabSz="913643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598877" indent="-228411" algn="l" defTabSz="913643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2055699" indent="-228411" algn="l" defTabSz="913643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599" kern="1200">
          <a:solidFill>
            <a:schemeClr val="tx1"/>
          </a:solidFill>
          <a:latin typeface="+mn-lt"/>
          <a:ea typeface="+mn-ea"/>
          <a:cs typeface="+mn-cs"/>
        </a:defRPr>
      </a:lvl5pPr>
      <a:lvl6pPr marL="2512520" indent="-228411" algn="l" defTabSz="913643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6pPr>
      <a:lvl7pPr marL="2969344" indent="-228411" algn="l" defTabSz="913643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7pPr>
      <a:lvl8pPr marL="3426165" indent="-228411" algn="l" defTabSz="913643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8pPr>
      <a:lvl9pPr marL="3882987" indent="-228411" algn="l" defTabSz="913643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821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643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466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288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109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0931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7754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4576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400"/>
              <a:pPr/>
              <a:t>0</a:t>
            </a:fld>
            <a:endParaRPr lang="en-US" sz="1400" dirty="0"/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 dirty="0">
                <a:cs typeface="+mn-cs"/>
              </a:rPr>
              <a:t>Chapter 4.4 – Closures and Partial Functions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7428" y="827680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dirty="0">
                <a:latin typeface="+mj-lt"/>
                <a:ea typeface="+mj-ea"/>
                <a:cs typeface="ＭＳ Ｐゴシック" pitchFamily="-1" charset="-128"/>
              </a:rPr>
              <a:t>First Class  Functions</a:t>
            </a:r>
            <a:r>
              <a:rPr lang="en-US" dirty="0"/>
              <a:t>.. recall</a:t>
            </a:r>
            <a:endParaRPr kumimoji="1" lang="en-US" dirty="0">
              <a:latin typeface="+mj-lt"/>
              <a:ea typeface="+mj-ea"/>
              <a:cs typeface="ＭＳ Ｐゴシック" pitchFamily="-1" charset="-128"/>
            </a:endParaRP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906000" y="6400800"/>
            <a:ext cx="609600" cy="3048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/>
              <a:pPr>
                <a:spcAft>
                  <a:spcPts val="600"/>
                </a:spcAft>
                <a:defRPr/>
              </a:pPr>
              <a:t>1</a:t>
            </a:fld>
            <a:endParaRPr lang="en-US" sz="140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F8FC234-C1D6-514A-9C93-F078D599C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" y="2189522"/>
            <a:ext cx="3565791" cy="72568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inc :: Num a =&gt;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inc n = n + 1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C3291ED-39B4-F048-944F-B6E4CE61D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9381" y="2216532"/>
            <a:ext cx="4019318" cy="70788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double :: Num a =&gt;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double n = n * 2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12ACBD0-8E06-E649-9BE8-A2863F822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4771" y="2232443"/>
            <a:ext cx="4177229" cy="70788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square :: Num a =&gt;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square n = n ^ 2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CC7148B4-ADFE-AE4F-B916-8D5190D2A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245" y="3278010"/>
            <a:ext cx="7131586" cy="16312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ifEven :: Integral a =&gt; (a-&gt;a) -&gt;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ifEven f n =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if even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then f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else 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6C5DFE-CB0A-3E44-B148-F8A52A0A1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571" y="3534780"/>
            <a:ext cx="4662429" cy="33232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3DB2AA-2F64-6B4A-AF80-78C0D266AD21}"/>
              </a:ext>
            </a:extLst>
          </p:cNvPr>
          <p:cNvSpPr txBox="1"/>
          <p:nvPr/>
        </p:nvSpPr>
        <p:spPr>
          <a:xfrm>
            <a:off x="378245" y="5736452"/>
            <a:ext cx="4385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1600" b="1" dirty="0">
                <a:ea typeface="Tahoma" panose="020B0604030504040204" pitchFamily="34" charset="0"/>
                <a:cs typeface="Tahoma" panose="020B0604030504040204" pitchFamily="34" charset="0"/>
              </a:rPr>
              <a:t>However, we are still repeating code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5C40CA-9108-6347-9181-BA62B69A4F03}"/>
              </a:ext>
            </a:extLst>
          </p:cNvPr>
          <p:cNvCxnSpPr>
            <a:cxnSpLocks/>
          </p:cNvCxnSpPr>
          <p:nvPr/>
        </p:nvCxnSpPr>
        <p:spPr bwMode="auto">
          <a:xfrm flipV="1">
            <a:off x="4319122" y="5503677"/>
            <a:ext cx="3210449" cy="402052"/>
          </a:xfrm>
          <a:prstGeom prst="straightConnector1">
            <a:avLst/>
          </a:prstGeom>
          <a:noFill/>
          <a:ln w="57150" cap="sq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F9A2EF5-F711-4984-0B46-8DFCBF331BD5}"/>
              </a:ext>
            </a:extLst>
          </p:cNvPr>
          <p:cNvSpPr txBox="1">
            <a:spLocks/>
          </p:cNvSpPr>
          <p:nvPr/>
        </p:nvSpPr>
        <p:spPr>
          <a:xfrm>
            <a:off x="10464800" y="753230"/>
            <a:ext cx="1543566" cy="10907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6392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6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81000"/>
            <a:ext cx="7835348" cy="997226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dirty="0">
                <a:latin typeface="+mj-lt"/>
                <a:ea typeface="+mj-ea"/>
                <a:cs typeface="ＭＳ Ｐゴシック" pitchFamily="-1" charset="-128"/>
              </a:rPr>
              <a:t>Use of lambdas leading to closures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906000" y="6400800"/>
            <a:ext cx="609600" cy="3048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/>
              <a:pPr>
                <a:spcAft>
                  <a:spcPts val="600"/>
                </a:spcAft>
                <a:defRPr/>
              </a:pPr>
              <a:t>2</a:t>
            </a:fld>
            <a:endParaRPr lang="en-US" sz="140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D2CDCA9F-ED03-1041-8AB3-0D404EACF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614" y="4809110"/>
            <a:ext cx="6287442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Arial" panose="020B0604020202020204" pitchFamily="34" charset="0"/>
                <a:cs typeface="Arial" panose="020B0604020202020204" pitchFamily="34" charset="0"/>
              </a:rPr>
              <a:t>genIfEven</a:t>
            </a:r>
            <a:r>
              <a:rPr lang="en-IE" sz="2400" dirty="0">
                <a:latin typeface="Arial" panose="020B0604020202020204" pitchFamily="34" charset="0"/>
                <a:cs typeface="Arial" panose="020B0604020202020204" pitchFamily="34" charset="0"/>
              </a:rPr>
              <a:t> :: Integral a =&gt; (a -&gt; a) -&gt; a -&gt; a</a:t>
            </a:r>
          </a:p>
          <a:p>
            <a:endParaRPr lang="en-I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sz="2400" dirty="0">
                <a:latin typeface="Arial" panose="020B0604020202020204" pitchFamily="34" charset="0"/>
                <a:cs typeface="Arial" panose="020B0604020202020204" pitchFamily="34" charset="0"/>
              </a:rPr>
              <a:t>genIfEven f = (\x -&gt; ifEven f x)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E8FE1-7919-8541-9D13-898CE60D3F17}"/>
              </a:ext>
            </a:extLst>
          </p:cNvPr>
          <p:cNvSpPr txBox="1"/>
          <p:nvPr/>
        </p:nvSpPr>
        <p:spPr>
          <a:xfrm>
            <a:off x="1153412" y="2411736"/>
            <a:ext cx="78452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would like to write a function that will return </a:t>
            </a:r>
            <a:r>
              <a:rPr lang="en-US" sz="2800" b="1" dirty="0"/>
              <a:t>ifEvenX</a:t>
            </a:r>
            <a:r>
              <a:rPr lang="en-US" sz="2800" dirty="0"/>
              <a:t> (where x is double etc.).</a:t>
            </a:r>
          </a:p>
          <a:p>
            <a:endParaRPr lang="en-US" sz="2800" dirty="0"/>
          </a:p>
          <a:p>
            <a:r>
              <a:rPr lang="en-US" sz="2800" dirty="0"/>
              <a:t>We introduce </a:t>
            </a:r>
            <a:r>
              <a:rPr lang="en-US" sz="2800" b="1" dirty="0" err="1"/>
              <a:t>genIfEven</a:t>
            </a:r>
            <a:r>
              <a:rPr lang="en-US" sz="2800" dirty="0"/>
              <a:t>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117A4A-9A57-5CFA-FD15-8765A2B0D2CA}"/>
              </a:ext>
            </a:extLst>
          </p:cNvPr>
          <p:cNvSpPr txBox="1">
            <a:spLocks/>
          </p:cNvSpPr>
          <p:nvPr/>
        </p:nvSpPr>
        <p:spPr>
          <a:xfrm>
            <a:off x="10464800" y="753230"/>
            <a:ext cx="1543566" cy="10907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5614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45807" y="976947"/>
            <a:ext cx="7464287" cy="506896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kumimoji="1" lang="en-US" dirty="0">
                <a:latin typeface="+mj-lt"/>
                <a:ea typeface="+mj-ea"/>
                <a:cs typeface="ＭＳ Ｐゴシック" pitchFamily="-1" charset="-128"/>
              </a:rPr>
              <a:t>Closures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E8FE1-7919-8541-9D13-898CE60D3F17}"/>
              </a:ext>
            </a:extLst>
          </p:cNvPr>
          <p:cNvSpPr txBox="1"/>
          <p:nvPr/>
        </p:nvSpPr>
        <p:spPr>
          <a:xfrm>
            <a:off x="1007165" y="2059099"/>
            <a:ext cx="7845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How this works: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015764-763C-9440-92F2-CB2421E6D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092" y="2643874"/>
            <a:ext cx="5016616" cy="2273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FE3AC6-0D34-0B4F-B3F9-9DD83BA910A0}"/>
              </a:ext>
            </a:extLst>
          </p:cNvPr>
          <p:cNvSpPr txBox="1"/>
          <p:nvPr/>
        </p:nvSpPr>
        <p:spPr>
          <a:xfrm>
            <a:off x="1007165" y="4795897"/>
            <a:ext cx="97403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You pass in a function and return a lambda function. The </a:t>
            </a:r>
            <a:r>
              <a:rPr lang="en-US" sz="3200" b="1" dirty="0"/>
              <a:t>function f</a:t>
            </a:r>
            <a:r>
              <a:rPr lang="en-US" sz="3200" dirty="0"/>
              <a:t> is captured inside the lambda function. When you capture a value inside a lambda function, this is referred to as a </a:t>
            </a:r>
            <a:r>
              <a:rPr lang="en-US" sz="3200" i="1" dirty="0"/>
              <a:t>closure.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4AC27D-826E-4BE6-8DA4-D6A6EDFEBC77}"/>
              </a:ext>
            </a:extLst>
          </p:cNvPr>
          <p:cNvSpPr txBox="1">
            <a:spLocks/>
          </p:cNvSpPr>
          <p:nvPr/>
        </p:nvSpPr>
        <p:spPr>
          <a:xfrm>
            <a:off x="10464800" y="753230"/>
            <a:ext cx="1543566" cy="10907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3937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21814" y="753230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kumimoji="1" lang="en-US" dirty="0">
                <a:latin typeface="+mj-lt"/>
                <a:ea typeface="+mj-ea"/>
                <a:cs typeface="ＭＳ Ｐゴシック" pitchFamily="-1" charset="-128"/>
              </a:rPr>
              <a:t>Example – genIfEven inc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906000" y="6400800"/>
            <a:ext cx="609600" cy="304800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556F08-9D4F-1345-B896-EC6632877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84" y="2481249"/>
            <a:ext cx="5888659" cy="39195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57067F-E274-44BC-DA55-9C035C98D931}"/>
              </a:ext>
            </a:extLst>
          </p:cNvPr>
          <p:cNvSpPr txBox="1">
            <a:spLocks/>
          </p:cNvSpPr>
          <p:nvPr/>
        </p:nvSpPr>
        <p:spPr>
          <a:xfrm>
            <a:off x="10464800" y="753230"/>
            <a:ext cx="1543566" cy="10907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22901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76605" y="813173"/>
            <a:ext cx="8020878" cy="665922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dirty="0">
                <a:latin typeface="+mj-lt"/>
                <a:ea typeface="+mj-ea"/>
                <a:cs typeface="ＭＳ Ｐゴシック" pitchFamily="-1" charset="-128"/>
              </a:rPr>
              <a:t>Closures and Partial Application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455965" y="1240145"/>
            <a:ext cx="609600" cy="228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/>
              <a:pPr>
                <a:spcAft>
                  <a:spcPts val="600"/>
                </a:spcAft>
                <a:defRPr/>
              </a:pPr>
              <a:t>5</a:t>
            </a:fld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252F57-3788-2240-BD82-8A6C606D0B1B}"/>
              </a:ext>
            </a:extLst>
          </p:cNvPr>
          <p:cNvSpPr txBox="1"/>
          <p:nvPr/>
        </p:nvSpPr>
        <p:spPr>
          <a:xfrm>
            <a:off x="1329710" y="2029629"/>
            <a:ext cx="104427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2"/>
              </a:buClr>
              <a:buFont typeface="Wingdings" pitchFamily="2" charset="2"/>
              <a:buChar char="q"/>
            </a:pPr>
            <a:r>
              <a:rPr lang="en-US" sz="2800" dirty="0"/>
              <a:t>Closures are powerful and useful. But the use of lambda function to create the closure can make it less clear. </a:t>
            </a:r>
          </a:p>
          <a:p>
            <a:pPr marL="457200" indent="-457200">
              <a:buClr>
                <a:schemeClr val="accent2"/>
              </a:buClr>
              <a:buFont typeface="Wingdings" pitchFamily="2" charset="2"/>
              <a:buChar char="q"/>
            </a:pPr>
            <a:r>
              <a:rPr lang="en-US" sz="2800" dirty="0"/>
              <a:t>We can use Partial Application which is cleaner and easier to read 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DB0B9C38-8155-9944-8729-F11BE4012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2015" y="3915122"/>
            <a:ext cx="5350059" cy="25545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b="1" dirty="0">
                <a:latin typeface="Arial" panose="020B0604020202020204" pitchFamily="34" charset="0"/>
                <a:cs typeface="Arial" panose="020B0604020202020204" pitchFamily="34" charset="0"/>
              </a:rPr>
              <a:t>add4</a:t>
            </a:r>
            <a:r>
              <a:rPr lang="en-IE" sz="2000" dirty="0">
                <a:latin typeface="Arial" panose="020B0604020202020204" pitchFamily="34" charset="0"/>
                <a:cs typeface="Arial" panose="020B0604020202020204" pitchFamily="34" charset="0"/>
              </a:rPr>
              <a:t> :: Num n =&gt; n -&gt; n -&gt; n -&gt; n -&gt; n</a:t>
            </a:r>
          </a:p>
          <a:p>
            <a:r>
              <a:rPr lang="en-IE" sz="2000" dirty="0">
                <a:latin typeface="Arial" panose="020B0604020202020204" pitchFamily="34" charset="0"/>
                <a:cs typeface="Arial" panose="020B0604020202020204" pitchFamily="34" charset="0"/>
              </a:rPr>
              <a:t>add4 a b c d = a + b + c + d</a:t>
            </a:r>
          </a:p>
          <a:p>
            <a:br>
              <a:rPr lang="en-IE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E" sz="2000" b="1" dirty="0">
                <a:latin typeface="Arial" panose="020B0604020202020204" pitchFamily="34" charset="0"/>
                <a:cs typeface="Arial" panose="020B0604020202020204" pitchFamily="34" charset="0"/>
              </a:rPr>
              <a:t>addXto3</a:t>
            </a:r>
            <a:r>
              <a:rPr lang="en-IE" sz="2000" dirty="0">
                <a:latin typeface="Arial" panose="020B0604020202020204" pitchFamily="34" charset="0"/>
                <a:cs typeface="Arial" panose="020B0604020202020204" pitchFamily="34" charset="0"/>
              </a:rPr>
              <a:t> :: Num n =&gt; n -&gt; n -&gt; n -&gt; n -&gt; n</a:t>
            </a:r>
          </a:p>
          <a:p>
            <a:r>
              <a:rPr lang="en-IE" sz="2000" dirty="0">
                <a:latin typeface="Arial" panose="020B0604020202020204" pitchFamily="34" charset="0"/>
                <a:cs typeface="Arial" panose="020B0604020202020204" pitchFamily="34" charset="0"/>
              </a:rPr>
              <a:t>addXto3 x = (\b c d -&gt; add4 x b c d)</a:t>
            </a:r>
          </a:p>
          <a:p>
            <a:br>
              <a:rPr lang="en-IE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E" sz="2000" b="1" dirty="0">
                <a:latin typeface="Arial" panose="020B0604020202020204" pitchFamily="34" charset="0"/>
                <a:cs typeface="Arial" panose="020B0604020202020204" pitchFamily="34" charset="0"/>
              </a:rPr>
              <a:t>addXYto2</a:t>
            </a:r>
            <a:r>
              <a:rPr lang="en-IE" sz="2000" dirty="0">
                <a:latin typeface="Arial" panose="020B0604020202020204" pitchFamily="34" charset="0"/>
                <a:cs typeface="Arial" panose="020B0604020202020204" pitchFamily="34" charset="0"/>
              </a:rPr>
              <a:t> :: Num n =&gt; n -&gt; n -&gt; n -&gt; n -&gt; n</a:t>
            </a:r>
          </a:p>
          <a:p>
            <a:r>
              <a:rPr lang="en-IE" sz="2000" dirty="0">
                <a:latin typeface="Arial" panose="020B0604020202020204" pitchFamily="34" charset="0"/>
                <a:cs typeface="Arial" panose="020B0604020202020204" pitchFamily="34" charset="0"/>
              </a:rPr>
              <a:t>addXYto2 x y = (\c d -&gt; add4 x y c 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8483" y="858320"/>
            <a:ext cx="8020878" cy="665922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dirty="0">
                <a:latin typeface="+mj-lt"/>
                <a:ea typeface="+mj-ea"/>
                <a:cs typeface="ＭＳ Ｐゴシック" pitchFamily="-1" charset="-128"/>
              </a:rPr>
              <a:t>Closures and Partial Application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583517" y="1191281"/>
            <a:ext cx="609600" cy="304800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/>
              <a:pPr>
                <a:spcAft>
                  <a:spcPts val="600"/>
                </a:spcAft>
                <a:defRPr/>
              </a:pPr>
              <a:t>6</a:t>
            </a:fld>
            <a:endParaRPr lang="en-US" sz="1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DB0B9C38-8155-9944-8729-F11BE4012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4947" y="2403352"/>
            <a:ext cx="2733376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>
                <a:latin typeface="Arial" panose="020B0604020202020204" pitchFamily="34" charset="0"/>
                <a:cs typeface="Arial" panose="020B0604020202020204" pitchFamily="34" charset="0"/>
              </a:rPr>
              <a:t>mystery = add4 5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AA1A1FA-69AC-0442-95A9-C99360211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408" y="4144379"/>
            <a:ext cx="4447764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>
                <a:latin typeface="Arial" panose="020B0604020202020204" pitchFamily="34" charset="0"/>
                <a:cs typeface="Arial" panose="020B0604020202020204" pitchFamily="34" charset="0"/>
              </a:rPr>
              <a:t>anotherMystery = add4 5 4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D821AB-8E7E-A741-93A1-F51B39221268}"/>
              </a:ext>
            </a:extLst>
          </p:cNvPr>
          <p:cNvSpPr txBox="1"/>
          <p:nvPr/>
        </p:nvSpPr>
        <p:spPr>
          <a:xfrm>
            <a:off x="1113183" y="2865017"/>
            <a:ext cx="9038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returns a function that expects the remaining 3 arguments.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78629-81CD-4F41-8DCD-51854E491114}"/>
              </a:ext>
            </a:extLst>
          </p:cNvPr>
          <p:cNvSpPr txBox="1"/>
          <p:nvPr/>
        </p:nvSpPr>
        <p:spPr>
          <a:xfrm>
            <a:off x="1113183" y="4931299"/>
            <a:ext cx="8698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returns a function that expects two arguments.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A85D-8959-704D-9EAE-AB160977CB47}"/>
              </a:ext>
            </a:extLst>
          </p:cNvPr>
          <p:cNvSpPr txBox="1"/>
          <p:nvPr/>
        </p:nvSpPr>
        <p:spPr>
          <a:xfrm>
            <a:off x="1113183" y="5950226"/>
            <a:ext cx="9976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is called Partial Application and is clearer to the reader.</a:t>
            </a:r>
          </a:p>
        </p:txBody>
      </p:sp>
    </p:spTree>
    <p:extLst>
      <p:ext uri="{BB962C8B-B14F-4D97-AF65-F5344CB8AC3E}">
        <p14:creationId xmlns:p14="http://schemas.microsoft.com/office/powerpoint/2010/main" val="162466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2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006" y="2239839"/>
            <a:ext cx="6517105" cy="3974981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510434" y="1131377"/>
            <a:ext cx="609600" cy="304800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7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3EA0-1DB3-6747-90A1-41EA68F7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C89598-0D5F-6E4F-95D5-07B630B49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C1FA8-E849-9047-9722-D34601CB06C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10EA9-1F2F-E341-B801-B04972418CCE}"/>
              </a:ext>
            </a:extLst>
          </p:cNvPr>
          <p:cNvSpPr txBox="1"/>
          <p:nvPr/>
        </p:nvSpPr>
        <p:spPr>
          <a:xfrm>
            <a:off x="768625" y="1311965"/>
            <a:ext cx="10151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material from ‘Get Programming in Haskell’, </a:t>
            </a:r>
            <a:r>
              <a:rPr lang="en-US"/>
              <a:t>Will Kurt.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1036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b-lambda-calculus</Template>
  <TotalTime>9210</TotalTime>
  <Words>386</Words>
  <Application>Microsoft Macintosh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Black</vt:lpstr>
      <vt:lpstr>Calibri</vt:lpstr>
      <vt:lpstr>Lucida Sans Typewriter</vt:lpstr>
      <vt:lpstr>Tahoma</vt:lpstr>
      <vt:lpstr>Times New Roman</vt:lpstr>
      <vt:lpstr>Trebuchet MS</vt:lpstr>
      <vt:lpstr>Wingdings</vt:lpstr>
      <vt:lpstr>Berlin</vt:lpstr>
      <vt:lpstr>PowerPoint Presentation</vt:lpstr>
      <vt:lpstr>First Class  Functions.. recall</vt:lpstr>
      <vt:lpstr>Use of lambdas leading to closures</vt:lpstr>
      <vt:lpstr>Closures</vt:lpstr>
      <vt:lpstr>Example – genIfEven inc</vt:lpstr>
      <vt:lpstr>Closures and Partial Application</vt:lpstr>
      <vt:lpstr>Closures and Partial Application</vt:lpstr>
      <vt:lpstr>PowerPoint Presentation</vt:lpstr>
      <vt:lpstr>Reference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417</cp:revision>
  <cp:lastPrinted>2016-01-08T09:11:08Z</cp:lastPrinted>
  <dcterms:created xsi:type="dcterms:W3CDTF">2000-11-20T11:40:19Z</dcterms:created>
  <dcterms:modified xsi:type="dcterms:W3CDTF">2025-02-18T14:00:11Z</dcterms:modified>
</cp:coreProperties>
</file>