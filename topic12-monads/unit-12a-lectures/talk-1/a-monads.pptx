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5"/>
  </p:notesMasterIdLst>
  <p:handoutMasterIdLst>
    <p:handoutMasterId r:id="rId36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414" r:id="rId32"/>
    <p:sldId id="415" r:id="rId33"/>
    <p:sldId id="343" r:id="rId34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14"/>
    <p:restoredTop sz="91477"/>
  </p:normalViewPr>
  <p:slideViewPr>
    <p:cSldViewPr snapToGrid="0">
      <p:cViewPr varScale="1">
        <p:scale>
          <a:sx n="137" d="100"/>
          <a:sy n="137" d="100"/>
        </p:scale>
        <p:origin x="79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F33ACC7-9D5C-574E-8DDC-58E3330852A9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228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Topic 12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 a -&gt; f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 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mb) -&gt; mb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f  &gt;&gt;= f = Just (f x)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</a:t>
            </a:r>
            <a:r>
              <a:rPr lang="en-US" sz="2400">
                <a:latin typeface="Lucida Sans Typewriter" charset="0"/>
              </a:rPr>
              <a:t>-&gt; f x </a:t>
            </a:r>
            <a:r>
              <a:rPr lang="en-US" sz="2400" dirty="0">
                <a:latin typeface="Lucida Sans Typewriter" charset="0"/>
              </a:rPr>
              <a:t>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returns True.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 dirty="0" err="1">
                <a:cs typeface="Courier New" pitchFamily="34" charset="-120"/>
              </a:rPr>
              <a:t>oper</a:t>
            </a:r>
            <a:r>
              <a:rPr lang="en-US" sz="2800" dirty="0">
                <a:cs typeface="Courier New" pitchFamily="34" charset="-120"/>
              </a:rPr>
              <a:t>  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3EC7E-226E-4DC7-77B2-790243A51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A780D-3D83-FB41-8946-98F844027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5326940" cy="2327724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sequence :: Monad m =&gt; [m a] -&gt; m [a]</a:t>
            </a:r>
          </a:p>
          <a:p>
            <a:pPr marL="0" indent="0">
              <a:buNone/>
            </a:pPr>
            <a:r>
              <a:rPr lang="en-IE" dirty="0"/>
              <a:t>sequence [] = return [] </a:t>
            </a:r>
          </a:p>
          <a:p>
            <a:pPr marL="0" indent="0">
              <a:buNone/>
            </a:pPr>
            <a:r>
              <a:rPr lang="en-IE" dirty="0"/>
              <a:t>sequence (</a:t>
            </a:r>
            <a:r>
              <a:rPr lang="en-IE" dirty="0" err="1"/>
              <a:t>m:ms</a:t>
            </a:r>
            <a:r>
              <a:rPr lang="en-IE" dirty="0"/>
              <a:t>) = do </a:t>
            </a:r>
          </a:p>
          <a:p>
            <a:pPr marL="0" indent="0">
              <a:buNone/>
            </a:pPr>
            <a:r>
              <a:rPr lang="en-IE" dirty="0"/>
              <a:t>	x &lt;- m </a:t>
            </a:r>
          </a:p>
          <a:p>
            <a:pPr marL="0" indent="0">
              <a:buNone/>
            </a:pPr>
            <a:r>
              <a:rPr lang="en-IE" dirty="0"/>
              <a:t>	</a:t>
            </a:r>
            <a:r>
              <a:rPr lang="en-IE" dirty="0" err="1"/>
              <a:t>xs</a:t>
            </a:r>
            <a:r>
              <a:rPr lang="en-IE" dirty="0"/>
              <a:t> &lt;- sequence </a:t>
            </a:r>
            <a:r>
              <a:rPr lang="en-IE" dirty="0" err="1"/>
              <a:t>ms</a:t>
            </a:r>
            <a:r>
              <a:rPr lang="en-IE" dirty="0"/>
              <a:t> </a:t>
            </a:r>
          </a:p>
          <a:p>
            <a:pPr marL="0" indent="0">
              <a:buNone/>
            </a:pPr>
            <a:r>
              <a:rPr lang="en-IE" dirty="0"/>
              <a:t>	return (</a:t>
            </a:r>
            <a:r>
              <a:rPr lang="en-IE" dirty="0" err="1"/>
              <a:t>x:xs</a:t>
            </a:r>
            <a:r>
              <a:rPr lang="en-IE" dirty="0"/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FF410-68B7-A79E-AB5B-656EA5264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63A59-DABD-1B8E-E2F1-8579776AA29F}"/>
              </a:ext>
            </a:extLst>
          </p:cNvPr>
          <p:cNvSpPr txBox="1"/>
          <p:nvPr/>
        </p:nvSpPr>
        <p:spPr>
          <a:xfrm>
            <a:off x="680321" y="5584398"/>
            <a:ext cx="7812505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Just 2, Just 3] -- Just [1, 2, 3]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Nothing, Just 3] -- Nothing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FB32F-C4AB-F405-337D-D7DF9CB3C08C}"/>
              </a:ext>
            </a:extLst>
          </p:cNvPr>
          <p:cNvSpPr txBox="1"/>
          <p:nvPr/>
        </p:nvSpPr>
        <p:spPr>
          <a:xfrm>
            <a:off x="680321" y="4939831"/>
            <a:ext cx="4132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runs: </a:t>
            </a:r>
          </a:p>
        </p:txBody>
      </p:sp>
    </p:spTree>
    <p:extLst>
      <p:ext uri="{BB962C8B-B14F-4D97-AF65-F5344CB8AC3E}">
        <p14:creationId xmlns:p14="http://schemas.microsoft.com/office/powerpoint/2010/main" val="31241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359B1-7566-EFA0-AD0F-DD39C74A6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369F-E661-895E-BDF2-3099E39F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AE944-C066-7237-B165-BD1E7B9B3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7709700" cy="855506"/>
          </a:xfrm>
          <a:solidFill>
            <a:schemeClr val="accent1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:: Monad m =&gt; (a -&gt; m b) -&gt; [a] -&gt; m [b]</a:t>
            </a:r>
          </a:p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f </a:t>
            </a:r>
            <a:r>
              <a:rPr lang="en-IE" sz="2400" dirty="0" err="1"/>
              <a:t>xs</a:t>
            </a:r>
            <a:r>
              <a:rPr lang="en-IE" sz="2400" dirty="0"/>
              <a:t> = sequence (map f </a:t>
            </a:r>
            <a:r>
              <a:rPr lang="en-IE" sz="2400" dirty="0" err="1"/>
              <a:t>xs</a:t>
            </a:r>
            <a:r>
              <a:rPr lang="en-IE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2ADA5-4F5C-1532-B6F1-FC81E5051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9E552-93EE-4B67-5A80-DFC99170131A}"/>
              </a:ext>
            </a:extLst>
          </p:cNvPr>
          <p:cNvSpPr txBox="1"/>
          <p:nvPr/>
        </p:nvSpPr>
        <p:spPr>
          <a:xfrm>
            <a:off x="680321" y="5147228"/>
            <a:ext cx="11511679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[3,4], [5,6]] -- Just [1,3,5] </a:t>
            </a:r>
          </a:p>
          <a:p>
            <a:endParaRPr lang="en-IE" sz="24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[], [5,6]] -- Nothing (one failure kills the whole thing)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6C8D1-6760-57AE-FAD4-2D3DB9264836}"/>
              </a:ext>
            </a:extLst>
          </p:cNvPr>
          <p:cNvSpPr txBox="1"/>
          <p:nvPr/>
        </p:nvSpPr>
        <p:spPr>
          <a:xfrm>
            <a:off x="680321" y="4293500"/>
            <a:ext cx="4132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Example runs: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89B72D-B682-5B30-C229-AF4320F0D621}"/>
              </a:ext>
            </a:extLst>
          </p:cNvPr>
          <p:cNvSpPr txBox="1"/>
          <p:nvPr/>
        </p:nvSpPr>
        <p:spPr>
          <a:xfrm>
            <a:off x="680321" y="3467614"/>
            <a:ext cx="10180184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sz="2000" dirty="0">
                <a:latin typeface="Courier New" panose="02070309020205020404" pitchFamily="49" charset="0"/>
              </a:rPr>
              <a:t>map f </a:t>
            </a:r>
            <a:r>
              <a:rPr lang="en-IE" sz="2000" dirty="0" err="1">
                <a:latin typeface="Courier New" panose="02070309020205020404" pitchFamily="49" charset="0"/>
              </a:rPr>
              <a:t>xs</a:t>
            </a:r>
            <a:r>
              <a:rPr lang="en-IE" sz="2000" dirty="0"/>
              <a:t> produces a list of monadic actions, and </a:t>
            </a:r>
            <a:r>
              <a:rPr lang="en-IE" sz="2000" dirty="0">
                <a:latin typeface="Courier New" panose="02070309020205020404" pitchFamily="49" charset="0"/>
              </a:rPr>
              <a:t>sequence</a:t>
            </a:r>
            <a:r>
              <a:rPr lang="en-IE" sz="2000" dirty="0"/>
              <a:t> runs them left to right, threading the monad through and collecting results.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0896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32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20067</TotalTime>
  <Words>2019</Words>
  <Application>Microsoft Macintosh PowerPoint</Application>
  <PresentationFormat>Widescreen</PresentationFormat>
  <Paragraphs>317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4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Some more useful monadic functions</vt:lpstr>
      <vt:lpstr>Some more useful monadic functions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297</cp:revision>
  <cp:lastPrinted>2020-04-23T09:46:28Z</cp:lastPrinted>
  <dcterms:created xsi:type="dcterms:W3CDTF">2000-11-20T11:40:19Z</dcterms:created>
  <dcterms:modified xsi:type="dcterms:W3CDTF">2026-04-03T22:21:35Z</dcterms:modified>
</cp:coreProperties>
</file>