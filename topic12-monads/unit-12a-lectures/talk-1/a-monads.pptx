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3"/>
  </p:notesMasterIdLst>
  <p:handoutMasterIdLst>
    <p:handoutMasterId r:id="rId34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343" r:id="rId32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44"/>
    <p:restoredTop sz="91458"/>
  </p:normalViewPr>
  <p:slideViewPr>
    <p:cSldViewPr snapToGrid="0">
      <p:cViewPr varScale="1">
        <p:scale>
          <a:sx n="90" d="100"/>
          <a:sy n="90" d="100"/>
        </p:scale>
        <p:origin x="216" y="6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>
                <a:latin typeface="Tahoma" panose="020B0604030504040204" pitchFamily="34" charset="0"/>
                <a:ea typeface="MS PGothic" panose="020B0600070205080204" pitchFamily="34" charset="-128"/>
              </a:rPr>
              <a:t>Topic 12.1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fa -&gt; fb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E7ECF-C165-EBF2-F149-4BF257B4D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 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mb) -&gt; mb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something.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f  &gt;&gt;= f = f x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52058E-4C39-88DA-272D-0CA3A15E537E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-&gt; x 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returns True.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>
                <a:cs typeface="Courier New" pitchFamily="34" charset="-120"/>
              </a:rPr>
              <a:t>oper  </a:t>
            </a:r>
            <a:r>
              <a:rPr lang="en-US" sz="2800" dirty="0">
                <a:cs typeface="Courier New" pitchFamily="34" charset="-120"/>
              </a:rPr>
              <a:t>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30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19433</TotalTime>
  <Words>1831</Words>
  <Application>Microsoft Macintosh PowerPoint</Application>
  <PresentationFormat>Widescreen</PresentationFormat>
  <Paragraphs>297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2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289</cp:revision>
  <cp:lastPrinted>2020-04-23T09:46:28Z</cp:lastPrinted>
  <dcterms:created xsi:type="dcterms:W3CDTF">2000-11-20T11:40:19Z</dcterms:created>
  <dcterms:modified xsi:type="dcterms:W3CDTF">2026-04-01T13:46:53Z</dcterms:modified>
</cp:coreProperties>
</file>