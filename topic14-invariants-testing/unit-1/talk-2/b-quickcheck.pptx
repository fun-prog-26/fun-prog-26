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9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9" r:id="rId2"/>
  </p:sldMasterIdLst>
  <p:notesMasterIdLst>
    <p:notesMasterId r:id="rId16"/>
  </p:notesMasterIdLst>
  <p:sldIdLst>
    <p:sldId id="31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343" r:id="rId15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0161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8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30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2" y="3295531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125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836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086EE-2306-114E-B592-A20E8DA936F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7536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0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3174130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3" y="2152423"/>
            <a:ext cx="865613" cy="818092"/>
          </a:xfrm>
        </p:spPr>
        <p:txBody>
          <a:bodyPr/>
          <a:lstStyle/>
          <a:p>
            <a:pPr>
              <a:defRPr/>
            </a:pPr>
            <a:fld id="{42E285DE-A95B-594D-B03B-85B0E4A53C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5828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1" y="1752655"/>
            <a:ext cx="3523769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3" y="1752655"/>
            <a:ext cx="3525044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C68024-3AF8-C842-A3C7-A05010F2C7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47250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4"/>
            <a:ext cx="7210397" cy="81070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4" y="1752657"/>
            <a:ext cx="3354245" cy="519851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3" y="2272508"/>
            <a:ext cx="3523766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4" y="2272508"/>
            <a:ext cx="3525044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10CB9C-1E17-524C-8419-9DCEF2E838C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15040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B4433C-DA95-0442-8811-B3EBF2CF494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2361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9F1807-43C9-FD48-8BD8-9E3656F318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8496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7"/>
            <a:ext cx="4206252" cy="26994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6"/>
            <a:ext cx="2842559" cy="2699488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923FF4-DE3C-CF42-B10F-3DE8199486B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26441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3" cy="810704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1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7"/>
            <a:ext cx="2907192" cy="2699486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271704-EAF2-C54E-9532-E611244D8A8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39402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4"/>
            <a:ext cx="7210394" cy="339788"/>
          </a:xfrm>
        </p:spPr>
        <p:txBody>
          <a:bodyPr anchor="b">
            <a:normAutofit/>
          </a:bodyPr>
          <a:lstStyle>
            <a:lvl1pPr>
              <a:defRPr sz="13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200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877189"/>
            <a:ext cx="7210397" cy="46722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3484"/>
            <a:ext cx="865613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550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7"/>
            <a:ext cx="7210394" cy="2694563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3"/>
            <a:ext cx="7210394" cy="818092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3713"/>
            <a:ext cx="865613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92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3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2446"/>
            <a:ext cx="865613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405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405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0123603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3533713"/>
            <a:ext cx="7210397" cy="441401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4"/>
            <a:ext cx="7210397" cy="376691"/>
          </a:xfrm>
        </p:spPr>
        <p:txBody>
          <a:bodyPr anchor="t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2446"/>
            <a:ext cx="865613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4100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564921"/>
            <a:ext cx="7218720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2" y="2267006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6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8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8" y="2267006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8884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5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40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40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40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9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10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9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48448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2D9394-4345-7848-A8CC-FD34D8A3AE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5152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7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3" y="4029304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4" y="457198"/>
            <a:ext cx="805352" cy="326532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9"/>
            <a:ext cx="6652503" cy="399494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2"/>
            <a:ext cx="2057400" cy="273844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3"/>
            <a:ext cx="4595104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4" y="4048976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370930E-02DA-A947-8476-43050C9296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80611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48564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8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050282"/>
            <a:ext cx="6069268" cy="1029803"/>
          </a:xfrm>
        </p:spPr>
        <p:txBody>
          <a:bodyPr anchor="b">
            <a:no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2" y="3295531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55655" y="4452141"/>
            <a:ext cx="2057400" cy="273844"/>
          </a:xfrm>
        </p:spPr>
        <p:txBody>
          <a:bodyPr/>
          <a:lstStyle/>
          <a:p>
            <a:fld id="{08B9EBBA-996F-894A-B54A-D6246ED52CEA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1" y="4452142"/>
            <a:ext cx="4021666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10400" y="2062753"/>
            <a:ext cx="1370293" cy="101733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042837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086EE-2306-114E-B592-A20E8DA936F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38177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2046325"/>
            <a:ext cx="9161969" cy="1257776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2152421"/>
            <a:ext cx="6889150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639" y="3174129"/>
            <a:ext cx="6889150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65810" y="4452141"/>
            <a:ext cx="2057400" cy="273844"/>
          </a:xfrm>
        </p:spPr>
        <p:txBody>
          <a:bodyPr/>
          <a:lstStyle/>
          <a:p>
            <a:fld id="{8DFA1846-DA80-1C48-A609-854EA85C59AD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1" y="4452142"/>
            <a:ext cx="483467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56438" y="2152422"/>
            <a:ext cx="1149836" cy="818092"/>
          </a:xfrm>
        </p:spPr>
        <p:txBody>
          <a:bodyPr/>
          <a:lstStyle/>
          <a:p>
            <a:pPr>
              <a:defRPr/>
            </a:pPr>
            <a:fld id="{42E285DE-A95B-594D-B03B-85B0E4A53C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249821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64921"/>
            <a:ext cx="6887390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752655"/>
            <a:ext cx="3357899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61129" y="1752655"/>
            <a:ext cx="3359661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C68024-3AF8-C842-A3C7-A05010F2C7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32271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564923"/>
            <a:ext cx="6896534" cy="81070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0988" y="1752656"/>
            <a:ext cx="3145080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1638" y="2272507"/>
            <a:ext cx="3367045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82647" y="1752655"/>
            <a:ext cx="3145527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61129" y="2272507"/>
            <a:ext cx="3367044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10CB9C-1E17-524C-8419-9DCEF2E838C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590078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B4433C-DA95-0442-8811-B3EBF2CF494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462464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7717217" y="1479946"/>
            <a:ext cx="1444752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710770" y="457200"/>
            <a:ext cx="1433231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9F1807-43C9-FD48-8BD8-9E3656F318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481496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564920"/>
            <a:ext cx="689653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6"/>
            <a:ext cx="3913788" cy="26994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1752655"/>
            <a:ext cx="2796240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923FF4-DE3C-CF42-B10F-3DE8199486B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012244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564921"/>
            <a:ext cx="6896534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10956" y="1752656"/>
            <a:ext cx="391721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9" y="1752656"/>
            <a:ext cx="2798487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271704-EAF2-C54E-9532-E611244D8A8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50472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3429001"/>
            <a:ext cx="9161969" cy="1257776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3" y="3533713"/>
            <a:ext cx="6894770" cy="408362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1639" y="457199"/>
            <a:ext cx="689653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3942074"/>
            <a:ext cx="6894772" cy="41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3533483"/>
            <a:ext cx="1149836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00847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3429001"/>
            <a:ext cx="9161969" cy="1257776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255" y="457197"/>
            <a:ext cx="689653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9" y="3532755"/>
            <a:ext cx="6889151" cy="826323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3533712"/>
            <a:ext cx="1149836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08917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3429001"/>
            <a:ext cx="9161969" cy="1257776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921" y="462737"/>
            <a:ext cx="6425147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89439" y="2745572"/>
            <a:ext cx="5987731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3532755"/>
            <a:ext cx="6903919" cy="82632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3532445"/>
            <a:ext cx="1149836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70932" y="561087"/>
            <a:ext cx="5334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191" y="2248930"/>
            <a:ext cx="457200" cy="438583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96070621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3429001"/>
            <a:ext cx="9161969" cy="1257776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8" y="3532755"/>
            <a:ext cx="6896534" cy="442359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9" y="3975112"/>
            <a:ext cx="6896534" cy="383966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3532445"/>
            <a:ext cx="1149836" cy="81809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32742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31639" y="564921"/>
            <a:ext cx="6896534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32629" y="1747117"/>
            <a:ext cx="219456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39777" y="2261468"/>
            <a:ext cx="219456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8413" y="1752655"/>
            <a:ext cx="219456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879710" y="2255930"/>
            <a:ext cx="219456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26136" y="1752655"/>
            <a:ext cx="219456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233520" y="2255929"/>
            <a:ext cx="219456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13826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31639" y="564921"/>
            <a:ext cx="6896534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32392" y="3223127"/>
            <a:ext cx="2192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32392" y="1752655"/>
            <a:ext cx="219225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32392" y="3655324"/>
            <a:ext cx="2192257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0497" y="3223127"/>
            <a:ext cx="221507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870497" y="1752655"/>
            <a:ext cx="221507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869483" y="3655323"/>
            <a:ext cx="2218004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31029" y="3223127"/>
            <a:ext cx="2194333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231028" y="1752655"/>
            <a:ext cx="2194333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230935" y="3655321"/>
            <a:ext cx="219723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654649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457200"/>
            <a:ext cx="9161969" cy="1257776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564921"/>
            <a:ext cx="6896534" cy="810704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2D9394-4345-7848-A8CC-FD34D8A3AE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11492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5433125" y="1889359"/>
            <a:ext cx="5146916" cy="1368199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464798" y="457198"/>
            <a:ext cx="1069602" cy="334645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9"/>
            <a:ext cx="6576359" cy="399494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029144" y="4452141"/>
            <a:ext cx="2057400" cy="273844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2"/>
            <a:ext cx="4518959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31152" y="4074375"/>
            <a:ext cx="1149636" cy="954825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370930E-02DA-A947-8476-43050C9296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172698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132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2" y="4452143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3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8666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</p:sldLayoutIdLst>
  <p:hf sldNum="0" hdr="0" ftr="0" dt="0"/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0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9144000" cy="5143500"/>
          </a:xfrm>
          <a:prstGeom prst="rect">
            <a:avLst/>
          </a:prstGeo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1639" y="564921"/>
            <a:ext cx="6896534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1" y="1752655"/>
            <a:ext cx="6887389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67881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1" y="4452142"/>
            <a:ext cx="483467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48600" y="564921"/>
            <a:ext cx="1157674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555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0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0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0.xml"/><Relationship Id="rId1" Type="http://schemas.openxmlformats.org/officeDocument/2006/relationships/themeOverride" Target="../theme/themeOverr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4.xml"/><Relationship Id="rId1" Type="http://schemas.openxmlformats.org/officeDocument/2006/relationships/themeOverride" Target="../theme/themeOverride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1</a:t>
            </a:fld>
            <a:endParaRPr lang="en-US" sz="1050" dirty="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229916" y="751285"/>
            <a:ext cx="6682978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7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275160" y="3873104"/>
            <a:ext cx="6593681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2400" dirty="0"/>
              <a:t>Topic 14.2 - Property-Based Testing</a:t>
            </a:r>
          </a:p>
          <a:p>
            <a:pPr algn="ctr"/>
            <a:r>
              <a:rPr kumimoji="1" lang="en-US" sz="2400" dirty="0"/>
              <a:t>with QuickCheck</a:t>
            </a:r>
          </a:p>
          <a:p>
            <a:pPr algn="ctr"/>
            <a:endParaRPr kumimoji="1" lang="en-US" sz="2400" dirty="0"/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391" y="1819275"/>
            <a:ext cx="2131219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72B90AB4-40D2-06D4-02B4-744A280FB4F8}"/>
              </a:ext>
            </a:extLst>
          </p:cNvPr>
          <p:cNvSpPr/>
          <p:nvPr/>
        </p:nvSpPr>
        <p:spPr>
          <a:xfrm>
            <a:off x="567369" y="4513423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why they matter, and how Haskell encodes them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6326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From Unit Tests to Properties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73729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066921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hand-chosen input/output pairs.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cases to test. Cases you don't write are not tested.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reverse [1,2,3] == [3,2,1]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reverse []      == []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663440" y="1673729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63440" y="2066921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statements true for all valid inputs.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generates hundreds of random inputs and checks the statement holds for every one.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∀ xs. reverse (reverse xs) == xs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are stronger — they test the general case, not just the examples you thought of.</a:t>
            </a:r>
            <a:endParaRPr lang="en-US" sz="1200" dirty="0"/>
          </a:p>
        </p:txBody>
      </p:sp>
      <p:sp>
        <p:nvSpPr>
          <p:cNvPr id="10" name="Slide Number Placeholder 1">
            <a:extLst>
              <a:ext uri="{FF2B5EF4-FFF2-40B4-BE49-F238E27FC236}">
                <a16:creationId xmlns:a16="http://schemas.microsoft.com/office/drawing/2014/main" id="{6027FD02-EA89-8C28-342E-1B102C8BF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2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5206"/>
            <a:ext cx="597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QuickCheck Idea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876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turns a property into a runnable test by generating random inputs automatically.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808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583180"/>
            <a:ext cx="4389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property (returns Bool or Property)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generates random inputs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is checked for each input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reports number of tests run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shrinks to smallest counterexample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218084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success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478024"/>
            <a:ext cx="36576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38928" y="2528316"/>
            <a:ext cx="343814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+++ OK, passed 100 tests.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0" y="31226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3515868"/>
            <a:ext cx="3657600" cy="5486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38928" y="3607308"/>
            <a:ext cx="343814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 Failed! Falsified (after 47 tests):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[-1]</a:t>
            </a:r>
            <a:endParaRPr lang="en-US" sz="1100" dirty="0"/>
          </a:p>
        </p:txBody>
      </p:sp>
      <p:sp>
        <p:nvSpPr>
          <p:cNvPr id="14" name="Slide Number Placeholder 1">
            <a:extLst>
              <a:ext uri="{FF2B5EF4-FFF2-40B4-BE49-F238E27FC236}">
                <a16:creationId xmlns:a16="http://schemas.microsoft.com/office/drawing/2014/main" id="{DC669454-0EE5-0123-862A-89142FB3F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3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Property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3743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is an ordinary Haskell function whose return type is Bool or Property.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48916"/>
            <a:ext cx="5029200" cy="8229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2140356"/>
            <a:ext cx="48097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prop_reverseInvolution :: [Int]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prop_reverseInvolution xs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reverse (reverse xs) == xs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96331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347364"/>
            <a:ext cx="5029200" cy="5943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3438804"/>
            <a:ext cx="48097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quickCheck prop_reverseInvolution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+++ OK, passed 100 tests.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204891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0" y="2460396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prop_ prefix: discovered automatically by quickCheckAll</a:t>
            </a:r>
            <a:endParaRPr lang="en-US" sz="1200" dirty="0"/>
          </a:p>
          <a:p>
            <a:pPr marL="342900" indent="-342900" algn="l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are generated values (any Arbitrary type)</a:t>
            </a:r>
            <a:endParaRPr lang="en-US" sz="1200" dirty="0"/>
          </a:p>
          <a:p>
            <a:pPr marL="342900" indent="-342900" algn="l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Bool: checked for ~100 generated inputs</a:t>
            </a:r>
            <a:endParaRPr lang="en-US" sz="1200" dirty="0"/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89288DAF-DC41-5E34-68B4-96AF9DB1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4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51657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Writing Your First Property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802923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properties express universal truths. Three reliable patterns to reach for first.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78279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66841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then decode returns the original.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669761"/>
            <a:ext cx="2651760" cy="100297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3761201"/>
            <a:ext cx="243230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prop_roundTrip :: String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prop_roundTrip 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decode (encode s) == Just 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278279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166841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an operation twice gives the same result as once.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3669761"/>
            <a:ext cx="2651760" cy="92208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47288" y="3761201"/>
            <a:ext cx="243230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prop_sortIdem :: [Int]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prop_sortIdem xs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sort (sort xs) == sort xs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78279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3166841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operation twice returns the original.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3669761"/>
            <a:ext cx="2651760" cy="92208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3761201"/>
            <a:ext cx="243230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prop_reverseInv :: [Int]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prop_reverseInv xs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reverse (reverse xs) == xs</a:t>
            </a:r>
            <a:endParaRPr lang="en-US" sz="1100" dirty="0"/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963F3F58-BEDA-E775-798D-05807BA28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5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Generators: Arbitrary and Gen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41131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uses Arbitrary to produce random inputs. You can customise or combine generators for any type.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98331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Arbitrary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582379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types have instances for free.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993859"/>
            <a:ext cx="2651760" cy="11887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3131019"/>
            <a:ext cx="24323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arbitrary :: Gen Int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arbitrary :: Gen [Bool]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arbitrary :: Gen (Maybe String)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2198331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combinators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2582379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primitives to build the distribution you need.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2993859"/>
            <a:ext cx="2651760" cy="11887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47288" y="3131019"/>
            <a:ext cx="24323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choose (1, 100)   :: Gen Int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elements ["a","b","c"]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oneof [genSmall, genLarge]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suchThat arbitrary (&gt; 0)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198331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Arbitrary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2582379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Arbitrary for your own types.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9048" y="2993859"/>
            <a:ext cx="2999232" cy="11887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99048" y="3131019"/>
            <a:ext cx="356107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 Arbitrary Day where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arbitrary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Day &lt;$&gt; choose (1, 31)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shrink (Day n)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[Day m | m &lt;- shrink n, m &gt;= 1]</a:t>
            </a:r>
            <a:endParaRPr lang="en-US" sz="1100" dirty="0"/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DAB2BCF5-B912-4D2C-9DC0-E515A051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6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481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Shrinking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20533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property fails, QuickCheck shrinks the input to the smallest version that still fails.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77733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shrinking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561781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finds a failure on test x (e.g. 47):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909253"/>
            <a:ext cx="402336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6928" y="3000693"/>
            <a:ext cx="380390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xs = [43, -1, 12, 0, 99, 7, -5, 3]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2177733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shrinking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63440" y="2561781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reports the smallest failing case: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73168" y="2909253"/>
            <a:ext cx="3913632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3168" y="3000693"/>
            <a:ext cx="380390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xs = [-1]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503613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shrinking matters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896805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counterexample is far easier to debug than a large random one. The shrink function is part of the Arbitrary instance and works recursively — QuickCheck keeps shrinking as long as the property keeps failing.</a:t>
            </a:r>
            <a:endParaRPr lang="en-US" sz="1300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D3E6CDA-E1F7-9914-053C-0F2C19C29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7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4938" y="560187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Typeclass Laws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81786" y="1543167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Typeclass laws (from previous slide deck ) are exactly the kind of universal statement QuickCheck is designed to check. Write them as properties.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81786" y="2046087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Functor 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786" y="2430135"/>
            <a:ext cx="2651760" cy="90525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1514" y="2521575"/>
            <a:ext cx="243230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prop_functorId :: [Int]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prop_functorId xs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fmap id xs == xs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62146" y="2046087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Monoid law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62146" y="2430135"/>
            <a:ext cx="2651760" cy="7772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71874" y="2521575"/>
            <a:ext cx="243230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prop_monoidL :: [Int]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prop_monoidL xs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mempty &lt;&gt; xs == xs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42506" y="2046087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Monad law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42506" y="2430135"/>
            <a:ext cx="3001494" cy="7772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52234" y="2521575"/>
            <a:ext cx="289176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prop_monadL :: Int -&gt; Bool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prop_monadL n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(return n &gt;&gt;= Just) == Just 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1786" y="3371967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checkers and hspec-laws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1786" y="3756015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like checkers (Test.QuickCheck.Classes) and hspec-laws bundle complete law suites for standard typeclasses. A single function call checks all Functor, Foldable, or Monad laws for your type without writing each property by hand.</a:t>
            </a:r>
            <a:endParaRPr lang="en-US" sz="1300" dirty="0"/>
          </a:p>
        </p:txBody>
      </p:sp>
      <p:sp>
        <p:nvSpPr>
          <p:cNvPr id="16" name="Slide Number Placeholder 1">
            <a:extLst>
              <a:ext uri="{FF2B5EF4-FFF2-40B4-BE49-F238E27FC236}">
                <a16:creationId xmlns:a16="http://schemas.microsoft.com/office/drawing/2014/main" id="{FBA109B6-4752-9001-BAAF-1149A28B4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8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9616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Testing Smart Constructors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56202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previous slide deck : smart constructors enforce invariants at creation time. QuickCheck lets us verify this claim automatically for any generated input.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6494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inputs succeed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48990"/>
            <a:ext cx="4023360" cy="9144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2540430"/>
            <a:ext cx="38039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prop_mkDayValid :: Property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prop_mkDayValid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 (choose (1, 31)) $ \n 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isJust (mkDay 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206494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inputs fail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448990"/>
            <a:ext cx="4023360" cy="10058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73168" y="2540430"/>
            <a:ext cx="38039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prop_mkDayInvalid :: Property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prop_mkDayInvalid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 (arbitrary `suchThat`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(\n -&gt; n &lt; 1 || n &gt; 31)) $ \n 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isNothing (mkDay 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52798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invariant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12030"/>
            <a:ext cx="8229600" cy="10972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4003470"/>
            <a:ext cx="801014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Construction then extraction returns the original value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prop_roundTrip :: Property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prop_roundTrip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 (choose (1, 31)) $ \n 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fmap getDay (mkDay n) == Just n</a:t>
            </a:r>
            <a:endParaRPr lang="en-US" sz="1100" dirty="0"/>
          </a:p>
        </p:txBody>
      </p:sp>
      <p:sp>
        <p:nvSpPr>
          <p:cNvPr id="14" name="Slide Number Placeholder 1">
            <a:extLst>
              <a:ext uri="{FF2B5EF4-FFF2-40B4-BE49-F238E27FC236}">
                <a16:creationId xmlns:a16="http://schemas.microsoft.com/office/drawing/2014/main" id="{E1E3BBAB-9E8A-0831-17C9-CB6A173C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9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700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Properties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1858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==&gt; (implies) to restrict the inputs a property applies to. QuickCheck skips inputs where the precondition is false.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9407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identity with ==&gt;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78118"/>
            <a:ext cx="4023360" cy="9144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2569558"/>
            <a:ext cx="38039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prop_divMod :: Int -&gt; Int -&gt; Property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prop_divMod x y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 /= 0 ==&gt;  -- no division by zero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(x `div` y) * y + (x `mod` y) == 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209407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property using forAll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478118"/>
            <a:ext cx="4023360" cy="125489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73168" y="2569558"/>
            <a:ext cx="38039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prop_divMod' :: Int -&gt; Property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prop_divMod' x =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 nonZero $ \y 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(x `div` y) * y + (x `mod` y) == x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nonZero = arbitrary `suchThat` (/=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52053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prefer forAll over ==&gt;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90458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==&gt; is simple but discards many inputs when the precondition is rare, producing fewer effective tests. forAll with a custom generator produces only inputs that satisfy the precondition from the start, so all 100 test runs are fully effective.</a:t>
            </a:r>
            <a:endParaRPr lang="en-US" sz="1300" dirty="0"/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567F32C-A027-AFD1-636C-160B1705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10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48339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Common Pitfalls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12065" y="1783079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can silently pass a flawed test suite. Know the traps.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6801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Vacuous properties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752061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with ==&gt; that discards 99% of inputs is nearly useless. Use classify to see what fraction reaches the body.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712181"/>
            <a:ext cx="2651760" cy="6858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3803621"/>
            <a:ext cx="24323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 (length xs &gt; 10)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"large list" $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myProp xs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236801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Skewed distributions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2752061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for Int generates values near zero. Use choose or resize to reach the input space you care about.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18688" y="3712180"/>
            <a:ext cx="2816354" cy="914399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27832" y="3803621"/>
            <a:ext cx="2651760" cy="8229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larger values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forAll (resize 1000 arbitrary)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myProp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368013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coverage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2752061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passing tests is not a proof. Use cover to assert at least N% of inputs hit a particular branch.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3712181"/>
            <a:ext cx="2651760" cy="6858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3803621"/>
            <a:ext cx="24323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 20 (null xs)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"empty list" $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myProp xs</a:t>
            </a:r>
            <a:endParaRPr lang="en-US" sz="1100" dirty="0"/>
          </a:p>
        </p:txBody>
      </p:sp>
      <p:sp>
        <p:nvSpPr>
          <p:cNvPr id="17" name="Slide Number Placeholder 1">
            <a:extLst>
              <a:ext uri="{FF2B5EF4-FFF2-40B4-BE49-F238E27FC236}">
                <a16:creationId xmlns:a16="http://schemas.microsoft.com/office/drawing/2014/main" id="{07B90C97-42CD-523D-A1FF-3934AD5BB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11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9237" y="51281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Recap: QuickCheck as Executable Documentation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918826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are universal claims — stronger than any finite test suite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QuickCheck generates inputs, checks claims, and shrinks failures automatically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instances let you control how your types are generated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Typeclass laws become runnable properties, not just documentation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Smart-constructor invariants (Deck 1) are verifiable with forAll</a:t>
            </a:r>
            <a:endParaRPr lang="en-US" sz="14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and cover make coverage gaps visible, not hidden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are the executable form of the invariants you defined in previous slide deck</a:t>
            </a:r>
            <a:endParaRPr lang="en-US" sz="1400" dirty="0"/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5D15718C-6E74-2494-F1F7-A46087FAD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8600" y="564921"/>
            <a:ext cx="1157674" cy="818092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050"/>
              <a:pPr/>
              <a:t>12</a:t>
            </a:fld>
            <a:endParaRPr lang="en-US" sz="105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57" y="889254"/>
            <a:ext cx="4887829" cy="371475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</a:pPr>
            <a:fld id="{CC73A6B6-49ED-C641-8D95-0A84FA800C15}" type="slidenum">
              <a:rPr lang="en-US" sz="1050"/>
              <a:pPr>
                <a:spcAft>
                  <a:spcPts val="450"/>
                </a:spcAft>
              </a:pPr>
              <a:t>13</a:t>
            </a:fld>
            <a:endParaRPr lang="en-US" sz="10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6013343" y="348712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1_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5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6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7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8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9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0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a-invariants</Template>
  <TotalTime>87</TotalTime>
  <Words>1342</Words>
  <Application>Microsoft Macintosh PowerPoint</Application>
  <PresentationFormat>On-screen Show (16:9)</PresentationFormat>
  <Paragraphs>193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Trebuchet MS</vt:lpstr>
      <vt:lpstr>Berlin</vt:lpstr>
      <vt:lpstr>1_Berlin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Property-Based Testing with QuickCheck (Plain)</dc:title>
  <dc:subject>PptxGenJS Presentation</dc:subject>
  <dc:creator>PptxGenJS</dc:creator>
  <cp:lastModifiedBy>Mairead Meagher</cp:lastModifiedBy>
  <cp:revision>3</cp:revision>
  <dcterms:created xsi:type="dcterms:W3CDTF">2026-04-12T23:46:10Z</dcterms:created>
  <dcterms:modified xsi:type="dcterms:W3CDTF">2026-04-20T11:25:32Z</dcterms:modified>
</cp:coreProperties>
</file>