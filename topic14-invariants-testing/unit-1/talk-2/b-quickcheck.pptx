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9" r:id="rId2"/>
  </p:sldMasterIdLst>
  <p:notesMasterIdLst>
    <p:notesMasterId r:id="rId16"/>
  </p:notesMasterIdLst>
  <p:sldIdLst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43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16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836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753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582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725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504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36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849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644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940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550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9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12360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410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888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844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515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061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856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069268" cy="1029803"/>
          </a:xfrm>
        </p:spPr>
        <p:txBody>
          <a:bodyPr anchor="b">
            <a:no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4452141"/>
            <a:ext cx="2057400" cy="273844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021666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2062753"/>
            <a:ext cx="1370293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4283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3817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046325"/>
            <a:ext cx="9161969" cy="1257776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152421"/>
            <a:ext cx="6889150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3174129"/>
            <a:ext cx="6889150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4452141"/>
            <a:ext cx="2057400" cy="273844"/>
          </a:xfrm>
        </p:spPr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83467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152422"/>
            <a:ext cx="1149836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4982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64921"/>
            <a:ext cx="688739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52655"/>
            <a:ext cx="335789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9" y="1752655"/>
            <a:ext cx="3359661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3227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3"/>
            <a:ext cx="6896534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1752656"/>
            <a:ext cx="3145080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2272507"/>
            <a:ext cx="3367045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7" y="1752655"/>
            <a:ext cx="3145527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2272507"/>
            <a:ext cx="3367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9007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6246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479946"/>
            <a:ext cx="1444752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70" y="457200"/>
            <a:ext cx="1433231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8149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0"/>
            <a:ext cx="689653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3913788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1752655"/>
            <a:ext cx="2796240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1224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1752656"/>
            <a:ext cx="391721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1752656"/>
            <a:ext cx="2798487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5047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3533713"/>
            <a:ext cx="6894770" cy="408362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457199"/>
            <a:ext cx="689653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3942074"/>
            <a:ext cx="6894772" cy="41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483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00847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457197"/>
            <a:ext cx="689653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532755"/>
            <a:ext cx="6889151" cy="826323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712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08917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462737"/>
            <a:ext cx="6425147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9" y="2745572"/>
            <a:ext cx="5987731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3532755"/>
            <a:ext cx="6903919" cy="82632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561087"/>
            <a:ext cx="5334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248930"/>
            <a:ext cx="457200" cy="4385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607062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3532755"/>
            <a:ext cx="6896534" cy="4423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975112"/>
            <a:ext cx="6896534" cy="383966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32742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1747117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2261468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2255930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2255929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382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2" y="3223127"/>
            <a:ext cx="2192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2" y="1752655"/>
            <a:ext cx="219225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2" y="3655324"/>
            <a:ext cx="2192257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3223127"/>
            <a:ext cx="221507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1752655"/>
            <a:ext cx="221507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3655323"/>
            <a:ext cx="2218004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9" y="3223127"/>
            <a:ext cx="2194333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8" y="1752655"/>
            <a:ext cx="2194333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5" y="3655321"/>
            <a:ext cx="219723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54649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11492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5433125" y="1889359"/>
            <a:ext cx="5146916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457198"/>
            <a:ext cx="1069602" cy="334645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576359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1895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4074375"/>
            <a:ext cx="1149636" cy="954825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72698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13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66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5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52655"/>
            <a:ext cx="6887389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1" y="4452142"/>
            <a:ext cx="48346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564921"/>
            <a:ext cx="1157674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55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</a:t>
            </a:fld>
            <a:endParaRPr lang="en-US" sz="1050" dirty="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7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2400" dirty="0"/>
              <a:t>Topic 14.2 - Property-Based Testing</a:t>
            </a:r>
          </a:p>
          <a:p>
            <a:pPr algn="ctr"/>
            <a:r>
              <a:rPr kumimoji="1" lang="en-US" sz="2400" dirty="0"/>
              <a:t>with QuickCheck</a:t>
            </a:r>
          </a:p>
          <a:p>
            <a:pPr algn="ctr"/>
            <a:endParaRPr kumimoji="1" lang="en-US" sz="2400" dirty="0"/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2B90AB4-40D2-06D4-02B4-744A280FB4F8}"/>
              </a:ext>
            </a:extLst>
          </p:cNvPr>
          <p:cNvSpPr/>
          <p:nvPr/>
        </p:nvSpPr>
        <p:spPr>
          <a:xfrm>
            <a:off x="567369" y="451342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632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Unit Tests to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73729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66921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hand-chosen input/output pairs.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cases to test. Cases you don't write are not tested.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[1,2,3] == [3,2,1]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reverse []      == []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63440" y="1673729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2066921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statements true for all valid inputs.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hundreds of random inputs and checks the statement holds for every one.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∀ xs. reverse (reverse xs) == xs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stronger — they test the general case, not just the examples you thought of.</a:t>
            </a:r>
            <a:endParaRPr lang="en-US" sz="1200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027FD02-EA89-8C28-342E-1B102C8B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2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5206"/>
            <a:ext cx="597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QuickCheck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876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turns a property into a runnable test by generating random inputs automatically.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808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8318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property (returns Bool or Property)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random inputs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is checked for each input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reports number of tests run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shrinks to smallest counterexample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21808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478024"/>
            <a:ext cx="365760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38928" y="2528316"/>
            <a:ext cx="343814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OK, passed 100 tests.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31226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3515868"/>
            <a:ext cx="365760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38928" y="3607308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Failed! Falsified (after 47 tests):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[-1]</a:t>
            </a:r>
            <a:endParaRPr lang="en-US" sz="1100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DC669454-0EE5-0123-862A-89142FB3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3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Property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374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is an ordinary Haskell function whose return type is Bool or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48916"/>
            <a:ext cx="5029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140356"/>
            <a:ext cx="4809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:: [Int]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prop_reverseInvolution xs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9633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47364"/>
            <a:ext cx="5029200" cy="594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3438804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quickCheck prop_reverseInvolution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+++ OK, passed 100 tests.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0489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2460396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prop_ prefix: discovered automatically by quickCheckAll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generated values (any Arbitrary type)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Bool: checked for ~100 generated inputs</a:t>
            </a:r>
            <a:endParaRPr lang="en-US" sz="1200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89288DAF-DC41-5E34-68B4-96AF9DB1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4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1657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Property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0292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properties express universal truths. Three reliable patterns to reach for first.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8279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66841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then decode returns the original.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69761"/>
            <a:ext cx="2651760" cy="845679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761201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String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 (encode s) == Just 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78279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3166841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operation twice gives the same result as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669761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3761201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:: [Int]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prop_sortIdem xs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(sort xs) == sort xs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8279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3166841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operation twice returns the original.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669761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3761201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:: [Int]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prop_reverseInv xs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 (reverse xs) == xs</a:t>
            </a:r>
            <a:endParaRPr lang="en-US" sz="1100" dirty="0"/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963F3F58-BEDA-E775-798D-05807BA2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5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Generators: Arbitrary and Gen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41131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uses Arbitrary to produce random inputs. You can customise or combine generators for any type.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98331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Arbitrary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8237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types have instances for free.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93859"/>
            <a:ext cx="265176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131019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[Bool]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arbitrary :: Gen (Maybe String)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198331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combinators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58237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primitives to build the distribution you need.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993859"/>
            <a:ext cx="2651760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3131019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(1, 100)   :: Gen 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 ["a","b","c"]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oneof [genSmall, genLarge]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suchThat arbitrary (&gt; 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198331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Arbitrary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58237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Arbitrary for your own types.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9048" y="2993859"/>
            <a:ext cx="2999232" cy="11887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99048" y="3131019"/>
            <a:ext cx="356107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 Arbitrary Day where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arbitrary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 &lt;$&gt; choose (1, 31)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shrink (Day n)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[Day m | m &lt;- shrink n, m &gt;= 1]</a:t>
            </a:r>
            <a:endParaRPr lang="en-US" sz="1100" dirty="0"/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DAB2BCF5-B912-4D2C-9DC0-E515A051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6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481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2053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property fails, QuickCheck shrinks the input to the smallest version that still fails.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77733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shrinking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1781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finds a failure on test x (e.g. 47):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09253"/>
            <a:ext cx="4023360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6928" y="3000693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[43, -1, 12, 0, 99, 7, -5, 3]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177733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shrinking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561781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reports the smallest failing case: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2909253"/>
            <a:ext cx="3913632" cy="411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3000693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[-1]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03613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shrinking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896805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counterexample is far easier to debug than a large random one. The shrink function is part of the Arbitrary instance and works recursively — QuickCheck keeps shrinking as long as the property keeps failing.</a:t>
            </a:r>
            <a:endParaRPr lang="en-US" sz="1300" dirty="0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BD3E6CDA-E1F7-9914-053C-0F2C19C2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7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938" y="560187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Typeclass Laws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1786" y="154316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(from previous slide deck ) are exactly the kind of universal statement QuickCheck is designed to check. Write them as properties.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786" y="2046087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 law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786" y="2430135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1514" y="2521575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:: [Int]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prop_functorId xs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fmap id xs == xs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2146" y="2046087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Monoid law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62146" y="2430135"/>
            <a:ext cx="265176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71874" y="2521575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:: [Int]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prop_monoidL xs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mempty &lt;&gt; xs == xs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2506" y="2046087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law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42506" y="2430135"/>
            <a:ext cx="3001494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52234" y="2521575"/>
            <a:ext cx="289176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:: Int -&gt;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prop_monadL n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(return n &gt;&gt;= Just) == Just 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786" y="3371967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checkers and hspec-laws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786" y="375601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like checkers (Test.QuickCheck.Classes) and hspec-laws bundle complete law suites for standard typeclasses. A single function call checks all Functor, Foldable, or Monad laws for your type without writing each property by hand.</a:t>
            </a:r>
            <a:endParaRPr lang="en-US" sz="1300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FBA109B6-4752-9001-BAAF-1149A28B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8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616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Testing Smart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6202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previous slide deck : smart constructors enforce invariants at creation time. QuickCheck lets us verify this claim automatically for any generated input.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6494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inputs succeed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48990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2540430"/>
            <a:ext cx="3803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:: Property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prop_mkDayValid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isJust (mkDay 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06494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fail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448990"/>
            <a:ext cx="4023360" cy="10058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2540430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:: Property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prop_mkDayInvalid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(arbitrary `suchThat`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(\n -&gt; n &lt; 1 || n &gt; 31)) $ \n 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isNothing (mkDay 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798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invariant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12030"/>
            <a:ext cx="822960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4003470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Construction then extraction returns the original value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:: Property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prop_roundTrip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(choose (1, 31)) $ \n 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fmap getDay (mkDay n) == Just n</a:t>
            </a:r>
            <a:endParaRPr lang="en-US" sz="1100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E1E3BBAB-9E8A-0831-17C9-CB6A173C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9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700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1858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==&gt; (implies) to restrict the inputs a property applies to. QuickCheck skips inputs where the precondition is false.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9407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identity with ==&gt;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78118"/>
            <a:ext cx="40233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2569558"/>
            <a:ext cx="3803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:: Int -&gt; Int -&gt; Property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 x y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/= 0 ==&gt;  -- no division by zero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09407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property using forAll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478118"/>
            <a:ext cx="4023360" cy="125489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2569558"/>
            <a:ext cx="3803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:: Int -&gt; Property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prop_divMod' x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 nonZero $ \y -&gt;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 `div` y) * y + (x `mod` y) ==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nonZero = arbitrary `suchThat` (/= 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053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prefer forAll over ==&gt;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0458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==&gt; is simple but discards many inputs when the precondition is rare, producing fewer effective tests. forAll with a custom generator produces only inputs that satisfy the precondition from the start, so all 100 test runs are fully effective.</a:t>
            </a:r>
            <a:endParaRPr lang="en-US" sz="1300" dirty="0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567F32C-A027-AFD1-636C-160B1705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10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833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Common Pitfalls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12065" y="178307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can silently pass a flawed test suite. Know the traps.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6801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Vacuous properties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5206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with ==&gt; that discards 99% of inputs is nearly useless. Use classify to see what fraction reaches the body.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12181"/>
            <a:ext cx="26517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803621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(length xs &gt; 10)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"large list" $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36801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75206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for Int generates values near zero. Use choose or resize to reach the input space you care about.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3712180"/>
            <a:ext cx="2816354" cy="914399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3803621"/>
            <a:ext cx="2651760" cy="822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Force larger values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 (resize 1000 arbitrary)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368013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coverage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75206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passing tests is not a proof. Use cover to assert at least N% of inputs hit a particular branch.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712181"/>
            <a:ext cx="265176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3803621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 20 (null xs)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"empty list" $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myProp xs</a:t>
            </a:r>
            <a:endParaRPr lang="en-US" sz="1100" dirty="0"/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07B90C97-42CD-523D-A1FF-3934AD5B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11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237" y="51281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Recap: QuickCheck as Executable Documentation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8826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universal claims — stronger than any finite test suite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QuickCheck generates inputs, checks claims, and shrinks failures automatically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instances let you control how your types are generated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become runnable properties, not just documentation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Smart-constructor invariants (Deck 1) are verifiable with forAll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cover make coverage gaps visible, not hidden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the executable form of the invariants you defined in previous slide deck</a:t>
            </a:r>
            <a:endParaRPr lang="en-US" sz="140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D15718C-6E74-2494-F1F7-A46087F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564921"/>
            <a:ext cx="1157674" cy="818092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12</a:t>
            </a:fld>
            <a:endParaRPr lang="en-US" sz="105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7" y="889254"/>
            <a:ext cx="4887829" cy="371475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</a:pPr>
            <a:fld id="{CC73A6B6-49ED-C641-8D95-0A84FA800C15}" type="slidenum">
              <a:rPr lang="en-US" sz="1050"/>
              <a:pPr>
                <a:spcAft>
                  <a:spcPts val="450"/>
                </a:spcAft>
              </a:pPr>
              <a:t>13</a:t>
            </a:fld>
            <a:endParaRPr lang="en-US" sz="10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6013343" y="34871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6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7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8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9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0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a-invariants</Template>
  <TotalTime>30</TotalTime>
  <Words>1342</Words>
  <Application>Microsoft Macintosh PowerPoint</Application>
  <PresentationFormat>On-screen Show (16:9)</PresentationFormat>
  <Paragraphs>193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Trebuchet MS</vt:lpstr>
      <vt:lpstr>Berlin</vt:lpstr>
      <vt:lpstr>1_Berlin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Property-Based Testing with QuickCheck (Plain)</dc:title>
  <dc:subject>PptxGenJS Presentation</dc:subject>
  <dc:creator>PptxGenJS</dc:creator>
  <cp:lastModifiedBy>Mairead Meagher</cp:lastModifiedBy>
  <cp:revision>2</cp:revision>
  <dcterms:created xsi:type="dcterms:W3CDTF">2026-04-12T23:46:10Z</dcterms:created>
  <dcterms:modified xsi:type="dcterms:W3CDTF">2026-04-13T00:58:22Z</dcterms:modified>
</cp:coreProperties>
</file>