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Testing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QuickCheck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  ·  DECK 2 OF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hand-written examples to universal, generator-driven properties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Unit Tests to Properties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hand-chosen input/output pairs.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which cases to test. Cases you don't write are not tested.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reverse [1,2,3] == [3,2,1]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reverse []      == []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0" y="1444752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statements true for all valid inputs.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generates hundreds of random inputs and checks the statement holds for every one.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∀ xs. reverse (reverse xs) == xs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are stronger — they test the general case, not just the examples you thought of.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QuickCheck Idea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turns a property into a runnable test by generating random inputs automatically.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83664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property (returns Bool or Property)</a:t>
            </a:r>
            <a:endParaRPr lang="en-US" sz="14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generates random inputs</a:t>
            </a:r>
            <a:endParaRPr lang="en-US" sz="14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is checked for each input</a:t>
            </a:r>
            <a:endParaRPr lang="en-US" sz="14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reports number of tests run</a:t>
            </a:r>
            <a:endParaRPr lang="en-US" sz="14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shrinks to smallest counterexample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481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883664"/>
            <a:ext cx="365760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8928" y="1975104"/>
            <a:ext cx="34381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 OK, passed 100 tests.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423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2816352"/>
            <a:ext cx="3657600" cy="5486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2907792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 Failed! Falsified (after 47 tests):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[-1]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Property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is an ordinary Haskell function whose return type is Bool or Property.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4809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prop_reverseInvolution :: [Int] -&gt; Bool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prop_reverseInvolution xs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reverse (reverse xs) == xs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15768"/>
            <a:ext cx="502920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807208"/>
            <a:ext cx="48097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quickCheck prop_reverseInvolution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+++ OK, passed 100 tests.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4173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18288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prop_ prefix: discovered automatically by quickCheckAll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are generated values (any Arbitrary type)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Bool: checked for ~100 generated inputs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Your First Property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properties express universal truths. Three reliable patterns to reach for first.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470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then decode returns the original.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50008"/>
            <a:ext cx="26517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4144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:: String -&gt; Bool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s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decode (encode s) == Just 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1463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18470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an operation twice gives the same result as once.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350008"/>
            <a:ext cx="26517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244144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prop_sortIdem :: [Int] -&gt; Bool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prop_sortIdem xs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 (sort xs) == sort xs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18470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operation twice returns the original.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350008"/>
            <a:ext cx="26517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44144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 :: [Int] -&gt; Bool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 xs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reverse (reverse xs) == xs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Generators: Arbitrary and Gen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uses Arbitrary to produce random inputs. You can customise or combine generators for any type.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Arbitrary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47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types have instances for free.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04288"/>
            <a:ext cx="265176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395728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arbitrary :: Gen Int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arbitrary :: Gen [Bool]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arbitrary :: Gen (Maybe String)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1463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combinators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1847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primitives to build the distribution you need.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304288"/>
            <a:ext cx="265176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2395728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(1, 100)   :: Gen Int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elements ["a","b","c"]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oneof [genSmall, genLarge]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suchThat arbitrary (&gt; 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Arbitrary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1847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Arbitrary for your own types.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304288"/>
            <a:ext cx="265176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395728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 Arbitrary Day where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arbitrary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Day &lt;$&gt; choose (1, 31)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shrink (Day n)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[Day m | m &lt;- shrink n, m &gt;= 1]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property fails, QuickCheck shrinks the input to the smallest version that still fails.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shrinking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4708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finds a failure on test 47: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= [43, -1, 12, 0, 99, 7, -5, 3]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shrinking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184708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reports the smallest failing case: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402336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28600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= [-1]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shrinking matters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counterexample is far easier to debug than a large random one. The shrink function is part of the Arbitrary instance and works recursively — QuickCheck keeps shrinking as long as the property keeps failing.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Typeclass Laws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laws (from Deck 1) are exactly the kind of universal statement QuickCheck is designed to check. Write them as properties.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Functor law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92808"/>
            <a:ext cx="26517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8424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prop_functorId :: [Int] -&gt; Bool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prop_functorId xs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fmap id xs == xs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7560" y="1508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Monoid law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1892808"/>
            <a:ext cx="26517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98424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prop_monoidL :: [Int] -&gt; Bool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prop_monoidL xs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mempty &lt;&gt; xs == xs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508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 law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892808"/>
            <a:ext cx="26517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98424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prop_monadL :: Int -&gt; Bool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prop_monadL n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(return n &gt;&gt;= Just) == Just 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checkers and hspec-laws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21868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like checkers (Test.QuickCheck.Classes) and hspec-laws bundle complete law suites for standard typeclasses. A single function call checks all Functor, Foldable, or Monad laws for your type without writing each property by hand.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Smart Constructors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Deck 1: smart constructors enforce invariants at creation time. QuickCheck lets us verify this claim automatically for any generated input.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inputs succeed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92808"/>
            <a:ext cx="40233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84248"/>
            <a:ext cx="38039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prop_mkDayValid :: Property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prop_mkDayValid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(choose (1, 31)) $ \n 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isJust (mkDay 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508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 fail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892808"/>
            <a:ext cx="402336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984248"/>
            <a:ext cx="38039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prop_mkDayInvalid :: Property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prop_mkDayInvalid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(arbitrary `suchThat`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(\n -&gt; n &lt; 1 || n &gt; 31)) $ \n 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isNothing (mkDay 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invariant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55848"/>
            <a:ext cx="822960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447288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Construction then extraction returns the original value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:: Property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(choose (1, 31)) $ \n 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fmap getDay (mkDay n) == Just 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Properties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==&gt; (implies) to restrict the inputs a property applies to. QuickCheck skips inputs where the precondition is false.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identity with ==&gt;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65376"/>
            <a:ext cx="40233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56816"/>
            <a:ext cx="38039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 :: Int -&gt; Int -&gt; Property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 x y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 /= 0 ==&gt;  -- no division by zero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(x `div` y) * y + (x `mod` y) == 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481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property using forAll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865376"/>
            <a:ext cx="402336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956816"/>
            <a:ext cx="3803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prop_divMod' :: Int -&gt; Property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prop_divMod' x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nonZero $ \y -&gt;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(x `div` y) * y + (x `mod` y) == 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nonZero = arbitrary `suchThat` (/= 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prefer forAll over ==&gt;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==&gt; is simple but discards many inputs when the precondition is rare, producing fewer effective tests. forAll with a custom generator produces only inputs that satisfy the precondition from the start, so all 100 test runs are fully effective.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Common Pitfalls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can silently pass a flawed test suite. Know the traps.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Vacuous properties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4708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with ==&gt; that discards 99% of inputs is nearly useless. Use classify to see what fraction reaches the body.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807208"/>
            <a:ext cx="265176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89864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(length xs &gt; 10)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"large list" $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myProp xs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1463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distributions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184708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for Int generates values near zero. Use choose or resize to reach the input space you care about.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807208"/>
            <a:ext cx="265176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289864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Force larger values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forAll (resize 1000 arbitrary)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myProp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coverage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184708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passing tests is not a proof. Use cover to assert at least N% of inputs hit a particular branch.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807208"/>
            <a:ext cx="265176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89864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 20 (null xs)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"empty list" $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myProp xs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QuickCheck as Executable Documentation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are universal claims — stronger than any finite test suite</a:t>
            </a:r>
            <a:endParaRPr lang="en-US" sz="14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generates inputs, checks claims, and shrinks failures automatically</a:t>
            </a:r>
            <a:endParaRPr lang="en-US" sz="14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instances let you control how your types are generated</a:t>
            </a:r>
            <a:endParaRPr lang="en-US" sz="14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laws become runnable properties, not just documentation</a:t>
            </a:r>
            <a:endParaRPr lang="en-US" sz="14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Smart-constructor invariants (Deck 1) are verifiable with forAll</a:t>
            </a:r>
            <a:endParaRPr lang="en-US" sz="14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and cover make coverage gaps visible, not hidden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are the executable form of the invariants you defined in Deck 1.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Property-Based Testing with QuickCheck (Plain)</dc:title>
  <dc:subject>PptxGenJS Presentation</dc:subject>
  <dc:creator>PptxGenJS</dc:creator>
  <cp:lastModifiedBy>PptxGenJS</cp:lastModifiedBy>
  <cp:revision>1</cp:revision>
  <dcterms:created xsi:type="dcterms:W3CDTF">2026-04-12T23:46:10Z</dcterms:created>
  <dcterms:modified xsi:type="dcterms:W3CDTF">2026-04-12T23:46:10Z</dcterms:modified>
</cp:coreProperties>
</file>