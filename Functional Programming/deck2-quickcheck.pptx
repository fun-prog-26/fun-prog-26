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34440"/>
            <a:ext cx="64008" cy="2743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FUNCTIONAL PROGRAMMING  ·  DECK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Property-Based Testing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with QuickCheck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33832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From hand-written examples to universal, generator-driven properties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Unit Tests to Properties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4389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051560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Unit Tests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Specific, hand-chosen input/output pairs.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Example: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reverse [1,2,3] == [3,2,1]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reverse []      == []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You decide which cases to test. Cases you don't write are not tested.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/>
          <p:nvPr/>
        </p:nvSpPr>
        <p:spPr>
          <a:xfrm>
            <a:off x="4956048" y="1051560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Properties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Universal statements true for all valid inputs.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Example: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 ∀ xs. reverse (reverse xs) == xs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generates hundreds of random inputs and checks the statement holds for every 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Properties are stronger — they test the general case, not just the examples you thought of.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QuickCheck Idea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turns a property into a runnable test by generating random inputs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37360" cy="6583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Write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Property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12848" y="16642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1737360" cy="65836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0288" y="16642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12080" y="1600200"/>
            <a:ext cx="1737360" cy="6583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Property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7728" y="16642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0" y="1600200"/>
            <a:ext cx="1508760" cy="65836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6002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  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(report N tests)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6752" y="2258568"/>
            <a:ext cx="27432" cy="566928"/>
          </a:xfrm>
          <a:prstGeom prst="rect">
            <a:avLst/>
          </a:prstGeom>
          <a:solidFill>
            <a:schemeClr val="dk2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23500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✗  Fail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825496"/>
            <a:ext cx="804672" cy="27432"/>
          </a:xfrm>
          <a:prstGeom prst="rect">
            <a:avLst/>
          </a:prstGeom>
          <a:solidFill>
            <a:schemeClr val="dk2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825496"/>
            <a:ext cx="1737360" cy="6583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8254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Shrink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minimum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28895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15200" y="2825496"/>
            <a:ext cx="1508760" cy="6583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82549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✗  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Counterexample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 success, QuickCheck reports the number of tests passed. On failure, it shrinks to the smallest failing case.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Anatomy of a Property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property is an ordinary Haskell function whose return type is Bool or Property.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5029200" cy="105156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4754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:: [Int]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xs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Running it: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029200" cy="68580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81528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quickCheck prop_reverseInvolution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+++ OK, passed 100 tests.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1005840" cy="3291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8013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prop_ prefix. QuickCheck discovers these automatically with quickCheckAll.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587752"/>
            <a:ext cx="1005840" cy="3291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Argument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9718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xs :: [Int] is a generated value. Any type with an Arbitrary instance works.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758184"/>
            <a:ext cx="1005840" cy="32918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758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41422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Returns Bool. QuickCheck runs it for ~100 generated inputs and reports failures.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Writing Your First Property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Good properties express universal truths. Three reliable patterns to reach for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81328"/>
            <a:ext cx="27432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91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Round-trip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Encode then decode returns the original. Parsing then printing is the identity.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61488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71216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String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 (encode s) == Just 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481328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81328"/>
            <a:ext cx="274320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91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Idempotence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1854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Applying an operation twice gives the same result as once.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761488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871216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:: [Int]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xs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(sort xs) == sort xs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81328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81328"/>
            <a:ext cx="274320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591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Involution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1854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Applying the operation twice returns the original.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761488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871216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:: [Int]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xs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Generators: Arbitrary and Gen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uses Arbitrary to produce random inputs. You can customise or combine generators for any type.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7432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Built-in Arbitrary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Standard types have instances for free. Use arbitrary in a property argument.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743200" cy="150876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98648"/>
            <a:ext cx="2468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Int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[Bool]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(Maybe String)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Used automatically in prop arguments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274320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Gen combinators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Compose primitives to build exactly the distribution you need.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788920"/>
            <a:ext cx="2743200" cy="150876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898648"/>
            <a:ext cx="2468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(1, 100)   :: Gen Int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 ["a","b","c"]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oneof [genSmall, genLarge]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suchThat arbitrary (&gt; 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43200" cy="1234440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74320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 Arbitrary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212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Derive Arbitrary for your own types to use them in properties directly.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743200" cy="150876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898648"/>
            <a:ext cx="2468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 Arbitrary Day where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arbitrary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 &lt;$&gt; choose (1, 31)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shrink (Day n)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[Day m | m &lt;- shrink 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, m &gt;= 1]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Shrinking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When a property fails, QuickCheck shrinks the input to the smallest version that still fails.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Before shrinking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finds a failure on test 47: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3840480" cy="475488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59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[43, -1, 12, 0, 99, 7, -5, 3]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1688" y="22860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shrink 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1463040"/>
            <a:ext cx="3383280" cy="4114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/>
          <p:nvPr/>
        </p:nvSpPr>
        <p:spPr>
          <a:xfrm>
            <a:off x="5413248" y="146304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After shrinking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reports the smallest failing case: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2249424"/>
            <a:ext cx="3383280" cy="475488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[-1]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shrinking matters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minimal counterexample is far easier to debug than a large random one. The shrink function is part of the Arbitrary instance and works recursively — QuickCheck keeps shrinking as long as the property keeps failing.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Testing Typeclass Laws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Typeclass laws (from Deck 1) are exactly the kind of universal statement QuickCheck is designed to check. Write them as properties.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743200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72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Functor law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30552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:: [Int]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xs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fmap id xs == xs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72768"/>
            <a:ext cx="2743200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572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Monoid law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2020824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130552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:: [Int]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xs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mempty &lt;&gt; xs == xs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72768"/>
            <a:ext cx="274320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5727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Monad law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020824"/>
            <a:ext cx="2743200" cy="8686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30552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:: Int -&gt; Bool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n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(return n &gt;&gt;= Just) == Just 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Using checkers and hspec-laws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Libraries like checkers (Test.QuickCheck.Classes) and hspec-laws bundle complete law suites for standard typeclasses. A single function call checks all Functor, Foldable, or Monad laws for your type without writing each property by hand.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Testing Smart Constructors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From Deck 1: smart constructors enforce invariants at creation time. QuickCheck lets us verify this claim automatically for any generated input.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 inputs succeed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023360" cy="10972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75688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:: Property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isJust (mkDay 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Invalid inputs fail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4023360" cy="10972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075688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:: Property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(arbitrary `suchThat`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(\n -&gt; n &lt; 1 || n &gt; 31)) $ \n 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isNothing (mkDay 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Round-trip invariant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593592"/>
            <a:ext cx="8229600" cy="100584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0332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Construction then extraction returns the original value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Property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fmap getDay (mkDay n) == Just 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Conditional Properties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Use ==&gt; (implies) to restrict the inputs a property applies to. QuickCheck skips inputs where the precondition is false.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Division identity with ==&gt;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4023360" cy="109728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11680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:: Int -&gt; Int -&gt; Property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x y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/= 0 ==&gt;  -- no division by zero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Same property using forAll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901952"/>
            <a:ext cx="4023360" cy="1298448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011680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:: Int -&gt; Property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x =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nonZero $ \y 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nonZero = arbitrary `suchThat` (/= 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When to prefer forAll over ==&gt;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==&gt; is simple but discards many inputs when the precondition is rare, producing fewer effective tests. forAll with a custom generator produces only inputs that satisfy the precondition from the start, so all 100 test runs are fully effective.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Coverage and Common Pitfalls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dk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QuickCheck can silently pass a flawed test suite. Know the traps.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743200" cy="1572768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44752"/>
            <a:ext cx="2743200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Vacuous properties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property with ==&gt; that discards 99% of inputs is nearly useless. Use classify to see what fraction reaches the body.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743200" cy="77724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72968"/>
            <a:ext cx="2468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(length xs &gt; 10)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"large list" $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444752"/>
            <a:ext cx="2743200" cy="1572768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44752"/>
            <a:ext cx="274320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Skewed distributions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arbitrary for Int generates values near zero. Use choose or resize to reach the input space you care about.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743200" cy="77724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172968"/>
            <a:ext cx="2468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Force larger values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 (resize 1000 arbitrary)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743200" cy="1572768"/>
          </a:xfrm>
          <a:prstGeom prst="rect">
            <a:avLst/>
          </a:prstGeom>
          <a:solidFill>
            <a:schemeClr val="lt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44752"/>
            <a:ext cx="27432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dk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Incomplete coverage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dk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100 passing tests is not a proof. Use cover to assert at least N% of inputs hit a particular branch.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2743200" cy="777240"/>
          </a:xfrm>
          <a:prstGeom prst="rect">
            <a:avLst/>
          </a:prstGeom>
          <a:solidFill>
            <a:schemeClr val="lt2"/>
          </a:solidFill>
          <a:ln w="12700">
            <a:solidFill>
              <a:schemeClr val="dk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172968"/>
            <a:ext cx="2468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 20 (null xs)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"empty list" $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dk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3017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l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QuickCheck as Executable Documentation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947672"/>
            <a:ext cx="79552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1.  Properties are universal claims — stronger than any finite test suite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2.  QuickCheck generates inputs, checks claims, and shrinks failures automatically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3.  Arbitrary instances let you control how your types are generated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4.  Typeclass laws become runnable properties, not just documentation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5.  Smart-constructor invariants (Deck 1) are verifiable with forAll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l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6.  classify and cover make coverage gaps visible, not hidden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Properties are the executable form of the invariants you defined in Deck 1.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Property-Based Testing with QuickCheck</dc:title>
  <dc:subject>PptxGenJS Presentation</dc:subject>
  <dc:creator>PptxGenJS</dc:creator>
  <cp:lastModifiedBy>PptxGenJS</cp:lastModifiedBy>
  <cp:revision>1</cp:revision>
  <dcterms:created xsi:type="dcterms:W3CDTF">2026-04-11T15:22:43Z</dcterms:created>
  <dcterms:modified xsi:type="dcterms:W3CDTF">2026-04-11T15:22:43Z</dcterms:modified>
</cp:coreProperties>
</file>