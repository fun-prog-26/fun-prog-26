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763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8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050282"/>
            <a:ext cx="6108101" cy="1029803"/>
          </a:xfrm>
        </p:spPr>
        <p:txBody>
          <a:bodyPr anchor="b">
            <a:noAutofit/>
          </a:bodyPr>
          <a:lstStyle>
            <a:lvl1pPr algn="r">
              <a:defRPr sz="303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2" y="3295531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125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062753"/>
            <a:ext cx="878916" cy="1017332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8432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8906A9-ADC8-F342-81A7-F9FDA948E9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7543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2152421"/>
            <a:ext cx="7210395" cy="818091"/>
          </a:xfrm>
        </p:spPr>
        <p:txBody>
          <a:bodyPr anchor="ctr">
            <a:normAutofit/>
          </a:bodyPr>
          <a:lstStyle>
            <a:lvl1pPr algn="r"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3174129"/>
            <a:ext cx="7210395" cy="1278013"/>
          </a:xfrm>
        </p:spPr>
        <p:txBody>
          <a:bodyPr>
            <a:normAutofit/>
          </a:bodyPr>
          <a:lstStyle>
            <a:lvl1pPr marL="0" indent="0" algn="r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3" y="2152422"/>
            <a:ext cx="865613" cy="818092"/>
          </a:xfrm>
        </p:spPr>
        <p:txBody>
          <a:bodyPr/>
          <a:lstStyle/>
          <a:p>
            <a:pPr>
              <a:defRPr/>
            </a:pPr>
            <a:fld id="{D34BF70C-D155-7D48-91BD-16746CB44B4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2430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1" y="1752655"/>
            <a:ext cx="3523769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1752655"/>
            <a:ext cx="3525044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2B149C-5A7C-8A40-8B3B-ABD9D8FE082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303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3"/>
            <a:ext cx="7210397" cy="81070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3" y="1752656"/>
            <a:ext cx="3354245" cy="519851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2" y="2272507"/>
            <a:ext cx="3523766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7" y="1752655"/>
            <a:ext cx="3355521" cy="519057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3" y="2272507"/>
            <a:ext cx="3525044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A415B7-371A-3840-81B1-0A9B9BCF3B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6649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FC1FA8-E849-9047-9722-D34601CB06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5545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367834-1F6B-D04F-9A28-C67EB7881EF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901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564920"/>
            <a:ext cx="7210394" cy="810705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6"/>
            <a:ext cx="4206252" cy="26994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5"/>
            <a:ext cx="2842559" cy="2699488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0D4E9F-BF2E-394F-AFB8-DD3D501C29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2447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564921"/>
            <a:ext cx="7210393" cy="810704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0" y="1752656"/>
            <a:ext cx="406938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6"/>
            <a:ext cx="2907192" cy="2699486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2AC4A9-8955-664E-BB4E-51394A33929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2632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3533713"/>
            <a:ext cx="7210394" cy="339788"/>
          </a:xfrm>
        </p:spPr>
        <p:txBody>
          <a:bodyPr anchor="b">
            <a:normAutofit/>
          </a:bodyPr>
          <a:lstStyle>
            <a:lvl1pPr>
              <a:defRPr sz="13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457199"/>
            <a:ext cx="721039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39" y="3877189"/>
            <a:ext cx="7210397" cy="46722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3483"/>
            <a:ext cx="865613" cy="818092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11638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57197"/>
            <a:ext cx="7210394" cy="2694563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3712"/>
            <a:ext cx="865613" cy="818092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2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2740034"/>
            <a:ext cx="6117434" cy="411726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2445"/>
            <a:ext cx="865613" cy="818092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405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405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333804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39" y="3533713"/>
            <a:ext cx="7210397" cy="441401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975113"/>
            <a:ext cx="7210397" cy="376691"/>
          </a:xfrm>
        </p:spPr>
        <p:txBody>
          <a:bodyPr anchor="t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2445"/>
            <a:ext cx="865613" cy="818092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7851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6" y="564921"/>
            <a:ext cx="7218720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1752655"/>
            <a:ext cx="2302526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1" y="2267006"/>
            <a:ext cx="2287277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1752655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2267006"/>
            <a:ext cx="2297430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8" y="1752655"/>
            <a:ext cx="230251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8" y="2267006"/>
            <a:ext cx="2302519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01465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5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40" y="3223127"/>
            <a:ext cx="228727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40" y="1752655"/>
            <a:ext cx="228727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40" y="3655324"/>
            <a:ext cx="2287279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3223127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1752655"/>
            <a:ext cx="229743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9" y="3655323"/>
            <a:ext cx="2300473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10" y="3223127"/>
            <a:ext cx="229762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9" y="1752655"/>
            <a:ext cx="229762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3655321"/>
            <a:ext cx="2300672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959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A14927-CF9F-8643-99B0-6F2BBAFF85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5925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6087156" y="1402047"/>
            <a:ext cx="3830241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401152" y="4029303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3" y="457198"/>
            <a:ext cx="805352" cy="326532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9"/>
            <a:ext cx="6652503" cy="399494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4452141"/>
            <a:ext cx="2057400" cy="273844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2"/>
            <a:ext cx="4595104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4" y="4048976"/>
            <a:ext cx="865613" cy="818092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DDE4DFA3-B759-4941-9F09-7CA811EFFC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8916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5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6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1752655"/>
            <a:ext cx="7210396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4452141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2" y="4452142"/>
            <a:ext cx="51529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3" y="564921"/>
            <a:ext cx="865613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772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0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818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 IN HASKELL</a:t>
            </a:r>
            <a:endParaRPr lang="en-US" sz="3600" dirty="0"/>
          </a:p>
        </p:txBody>
      </p:sp>
      <p:pic>
        <p:nvPicPr>
          <p:cNvPr id="6" name="Image 0" descr="/sessions/dazzling-youthful-einstein/haske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325880"/>
            <a:ext cx="320040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657600"/>
            <a:ext cx="7818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 13.2– XML to Markdown with xml-conduit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 IN HASKELL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79939" y="14618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 → Markdown   - Our workflow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4041648"/>
            <a:ext cx="1463040" cy="4572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4041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books.xml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4233672"/>
            <a:ext cx="201168" cy="548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12848" y="4041648"/>
            <a:ext cx="14630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12848" y="4041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75888" y="4233672"/>
            <a:ext cx="201168" cy="548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77056" y="4041648"/>
            <a:ext cx="14630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77056" y="4041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40096" y="4233672"/>
            <a:ext cx="201168" cy="548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541264" y="4041648"/>
            <a:ext cx="14630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41264" y="4041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04304" y="4233672"/>
            <a:ext cx="201168" cy="548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05472" y="4041648"/>
            <a:ext cx="1463040" cy="4572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05472" y="4041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books.md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987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Building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2743200" cy="4572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2743200" cy="347472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📄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books.xml catalogue with nested authors, ISBNs &amp; publish dates.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777240"/>
            <a:ext cx="2743200" cy="45720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Haskell Pipeline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1234440"/>
            <a:ext cx="2743200" cy="347472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⚙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474720" y="210312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 Cursors parse XML into typed records. Pure functions render each Book to Markdown.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777240"/>
            <a:ext cx="2743200" cy="457200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1234440"/>
            <a:ext cx="2743200" cy="347472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00800" y="210312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catalogue.md (or one .md per book) ready for docs, wikis, or static sites.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XML Catalogue 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20624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1363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93776" y="978408"/>
            <a:ext cx="3950208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&lt;catalogue&gt;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13990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&lt;book isbn="0-00-000"&gt;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51560" y="17922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&lt;title&gt;...&lt;/title&gt;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51560" y="21854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&lt;subtitle&gt;...&lt;/subtitle&gt;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51560" y="25786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&lt;authors&gt;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25880" y="2971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&lt;author id="a1"&gt;...&lt;/author&gt;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51560" y="33649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&lt;published year="2024"/&gt;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37581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&lt;/book&gt;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15137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&lt;/catalogue&gt;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0" y="79552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39CDE7"/>
                </a:solidFill>
              </a:rPr>
              <a:t>XML Tree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754880" y="777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Parsing Notes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402336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1188720"/>
            <a:ext cx="54864" cy="82296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15361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Attribute on &lt;book&gt; — not a child element. Use attribute.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148840"/>
            <a:ext cx="402336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2148840"/>
            <a:ext cx="54864" cy="822960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subtitle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24963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Optional child — parse with childText + fmap.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108960"/>
            <a:ext cx="402336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108960"/>
            <a:ext cx="54864" cy="82296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4564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Nested container: element "author" inside &lt;authors&gt;.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4069080"/>
            <a:ext cx="402336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54880" y="4069080"/>
            <a:ext cx="54864" cy="82296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9204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4416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Attribute on &lt;published&gt; — drill two levels then read attr.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Haskell Data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02336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3075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93776" y="978408"/>
            <a:ext cx="37673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Author = Author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authorId   ::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authorName ::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deriving (Show)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023360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2843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791456" y="978408"/>
            <a:ext cx="376732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Book = Book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isbn      ::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title     ::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subtitle  :: Maybe String  -- optional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authors   :: [Author]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pubYear   ::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deriving (Show)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4505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8620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D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4023360" cy="749808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54864" cy="74980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record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136392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 is parsed from an XML attribute, name from element text content.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4023360" cy="749808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54864" cy="749808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[Author] list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959352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fit for zero-or-more &lt;author&gt; children inside &lt;authors&gt;.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200400"/>
            <a:ext cx="4023360" cy="749808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3200400"/>
            <a:ext cx="54864" cy="749808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Maybe String for subtitle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3547872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Captures the optional &lt;subtitle&gt; element cleanly — Nothing if absent.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4023360"/>
            <a:ext cx="4023360" cy="749808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4023360"/>
            <a:ext cx="54864" cy="74980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deriving (Show)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4370832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Show instances for quick debugging in GHCi.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xml-conduit: Core Concepts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2697480" cy="38404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&amp; Element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161288"/>
            <a:ext cx="269748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Data.Map (Map)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Document contains the root Element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Element has: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Name, [Node],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Map Name Text (attributes)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2514600" cy="1828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2697480" cy="1572768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Text.XML is the high-level API. Elements carry attributes as a Map.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73552" y="777240"/>
            <a:ext cx="2697480" cy="38404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73552" y="7772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73552" y="1161288"/>
            <a:ext cx="269748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64992" y="1207008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fromDocument :: Document -&gt; Cursor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element / content / attribute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($/) ($//)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composable axis operators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64992" y="3291840"/>
            <a:ext cx="2514600" cy="1828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73552" y="3291840"/>
            <a:ext cx="2697480" cy="1572768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64992" y="333756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Cursors let you navigate the tree with composable axis functions.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81344" y="777240"/>
            <a:ext cx="2697480" cy="38404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81344" y="7772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Parsing Entry Points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81344" y="1161288"/>
            <a:ext cx="269748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72784" y="1207008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readFile def "books.xml"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IO Document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parseLBS def lazyBS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Either SomException Document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parseText def lazyText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Either SomeException Document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72784" y="3291840"/>
            <a:ext cx="2514600" cy="1828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81344" y="3291840"/>
            <a:ext cx="2697480" cy="1572768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72784" y="333756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 = default ParseSettings. Use readFile in IO, parseLBS for in-memory.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Parsing the Catalogue with xml-conduit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120640" cy="4315968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2803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93776" y="978408"/>
            <a:ext cx="486460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          (readFile, def, Document)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   (fromDocument, Cursor, ($/)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, element, content, attribute)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Data.Text         (Text)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qualified Data.Text as T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Helper: text of first matching child element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childText :: Name -&gt; Cursor -&gt; Maybe Text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childText n cur =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listToMaybe $ cur $/ element n &amp;/ content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Parse one &lt;author&gt; cursor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parseAuthor :: Cursor -&gt; Author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parseAuthor cur = Author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authorId   = T.unpack . head . attribute "id" $ cur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authorName = T.unpack . T.concat $ cur $/ content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Parse one &lt;book&gt; cursor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parseBook :: Cursor -&gt; Book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parseBook cur = Book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isbn     = T.unpack . head $ attribute "isbn" cur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title    = maybe "" T.unpack (childText "title" cur)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subtitle = fmap T.unpack   (childText "subtitle" cur)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authors  = map parseAuthor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(cur $/ element "authors" $/ element "author")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pubYear  = T.unpack . head $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cur $/ element "published" &gt;=&gt; attribute "year"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Entry point: Document -&gt; [Book]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parseCatalogue :: Document -&gt; [Book]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parseCatalogue doc = map parseBook $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fromDocument doc $/ element "catalogue" &amp;/ element "book"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0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Operators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1188720"/>
            <a:ext cx="3200400" cy="841248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669280" y="1188720"/>
            <a:ext cx="54864" cy="84124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0644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($/) axis op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1536192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Descend into direct children matching the predicate. Composes naturally.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2176272"/>
            <a:ext cx="3200400" cy="841248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69280" y="2176272"/>
            <a:ext cx="54864" cy="841248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06440" y="2221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 "name"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6440" y="2523744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Selects child elements by local name — the core traversal primitive.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3163824"/>
            <a:ext cx="3200400" cy="841248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69280" y="3163824"/>
            <a:ext cx="54864" cy="841248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06440" y="32095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 "n"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06440" y="3511296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Reads a named attribute from the current element cursor.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4151376"/>
            <a:ext cx="3200400" cy="841248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669280" y="4151376"/>
            <a:ext cx="54864" cy="84124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06440" y="4197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(&gt;=&gt;)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06440" y="4498848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Kleisli composition — chains steps: find child, then read attr.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Rendering Books to Markdown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25196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5935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93776" y="978408"/>
            <a:ext cx="3995928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Render a single Author inline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renderAuthor :: Author -&gt; String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renderAuthor a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"- **[" ++ authorId a ++ "]** 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++ authorName a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Render one Book as a Markdown section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renderBook :: Book -&gt; String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renderBook b = unlines $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"## " ++ title 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Field | Value |"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"|-------|-------|"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ISBN  | `" ++ isbn b ++ "` |"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Year  | " ++ pubYear b ++ " |"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 ++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maybe []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(\s -&gt; ["| Sub | " ++ s ++ " |"])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(subtitle b) ++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"", "### Authors" ] ++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 renderAuthor (authors b)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777240"/>
            <a:ext cx="388620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7415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974336" y="978408"/>
            <a:ext cx="363016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Build catalogue.md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renderCatalogue :: [Book] -&gt; String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renderCatalogue books = unlines $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"# Book Catalogue"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show (length books)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++ " book(s)."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 ++ map renderBook books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Write to a file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writeCatalogue :: FilePath -&gt; [Book] -&gt; IO 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writeCatalogue path books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writeFile path (renderCatalogue books)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3429000"/>
            <a:ext cx="3886200" cy="1600200"/>
          </a:xfrm>
          <a:prstGeom prst="rect">
            <a:avLst/>
          </a:prstGeom>
          <a:solidFill>
            <a:srgbClr val="F0FFFE">
              <a:alpha val="95000"/>
            </a:srgbClr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3429000"/>
            <a:ext cx="388620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0DE72"/>
                </a:solidFill>
              </a:rPr>
              <a:t>Sample Output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83480" y="3675888"/>
            <a:ext cx="36118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Haskell Programming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ISBN | `978-1593272838` |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Year | 2010 |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Authors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**[a1]** Bryan O'Sullivan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Wiring It All Together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303520" cy="31089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1091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93776" y="978408"/>
            <a:ext cx="504748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Main where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          (readFile, def)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   (fromDocument)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Prelude hiding    (readFile)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System.Environment (getArgs)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:: IO 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= 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args &lt;- getArgs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args of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[xmlPath, mdPath] -&gt; 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doc   &lt;- Text.XML.readFile def xmlPath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let books = parseCatalogue doc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putStrLn $ "Parsed " ++ show (length books) ++ " book(s)."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writeCatalogue mdPath books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putStrLn $ "Written to " ++ mdPath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 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putStrLn "Usage: parse-books &lt;input.xml&gt; &lt;output.md&gt;"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89320" y="868680"/>
            <a:ext cx="411480" cy="41148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8932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8778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XML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11612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readFile parses the file into a Document, throwing on malformed XML.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307592"/>
            <a:ext cx="45720" cy="50292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89320" y="1892808"/>
            <a:ext cx="411480" cy="41148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8932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19019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218541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parseCatalogue walks the cursor tree → [Book].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2331720"/>
            <a:ext cx="45720" cy="50292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89320" y="2916936"/>
            <a:ext cx="411480" cy="41148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8932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2926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320954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renderCatalogue converts [Book] → Markdown String.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355848"/>
            <a:ext cx="45720" cy="50292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89320" y="3941064"/>
            <a:ext cx="411480" cy="41148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89320" y="3941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9224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42336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writeFile saves the result to the output path.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005072"/>
            <a:ext cx="530352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00507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stack run -- books.xml catalogue.md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Extension: One .md File per Book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12064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2803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93776" y="978408"/>
            <a:ext cx="4864608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System.Directory (createDirectoryIfMissing)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System.FilePath  ((&lt;/&gt;), (&lt;.&gt;))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Sanitise a title for use as a filename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 :: String -&gt; String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 = map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(\c -&gt; if c `elem` " /\\:*?&lt;&gt;|" then '-' else c)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Write each book to its own Markdown file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writeBookFiles :: FilePath -&gt; [Book] -&gt; IO 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writeBookFiles dir books = 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createDirectoryIfMissing True dir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mapM_ (writeOne dir) books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writeOne :: FilePath -&gt; Book -&gt; IO 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writeOne dir b = 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name    = safeFileName (title b) &lt;.&gt; "md"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outPath = dir &lt;/&gt; name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writeFile outPath (renderBook b)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putStrLn $ "  Wrote: " ++ outPath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0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1188720"/>
            <a:ext cx="3200400" cy="9144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669280" y="1188720"/>
            <a:ext cx="54864" cy="9144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0644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createDirectoryIfMissing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15361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Creates the output directory (and parents) if it does not exist yet.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2267712"/>
            <a:ext cx="3200400" cy="9144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69280" y="2267712"/>
            <a:ext cx="54864" cy="91440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06440" y="2313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6440" y="26151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Strips characters invalid in file paths across platforms.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3346704"/>
            <a:ext cx="3200400" cy="9144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69280" y="3346704"/>
            <a:ext cx="54864" cy="914400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06440" y="33924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mapM_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06440" y="36941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Idiomatic way to perform an IO action for each item in a list.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434840"/>
            <a:ext cx="84582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output/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Haskell-Programming.md   Real-World-Haskell.md   Learn-You-a-Haskell.md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694944"/>
            <a:ext cx="8229600" cy="3657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114800" cy="109728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54864" cy="109728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0058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9CDE7"/>
                </a:solidFill>
              </a:rPr>
              <a:t>①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51560" y="107899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domain types (Book, Author) before writing any parser.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114800" cy="109728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54864" cy="109728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64608" y="10058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9CDE7"/>
                </a:solidFill>
              </a:rPr>
              <a:t>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440680" y="107899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 Cursors give composable, type-safe XML traversal.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4114800" cy="109728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54864" cy="109728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23317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9CDE7"/>
                </a:solidFill>
              </a:rPr>
              <a:t>③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51560" y="240487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Separate parsing from rendering — pure functions, easy to test.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114800" cy="109728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54864" cy="109728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23317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9CDE7"/>
                </a:solidFill>
              </a:rPr>
              <a:t>④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40680" y="240487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Maybe for optional fields; handle missing data at the type level.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4114800" cy="109728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54864" cy="109728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" y="36576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9CDE7"/>
                </a:solidFill>
              </a:rPr>
              <a:t>⑤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51560" y="373075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mapM_ / mapM make it trivial to process every book in the catalogue.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566160"/>
            <a:ext cx="4114800" cy="109728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3566160"/>
            <a:ext cx="54864" cy="109728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64608" y="36576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9CDE7"/>
                </a:solidFill>
              </a:rPr>
              <a:t>⑥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440680" y="373075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writeFile / createDirectoryIfMissing handle all file-system output.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C4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hackage.haskell.org/package/xml-conduit  ·  Trebuchet MS / Berlin theme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a-functions</Template>
  <TotalTime>88</TotalTime>
  <Words>1520</Words>
  <Application>Microsoft Macintosh PowerPoint</Application>
  <PresentationFormat>On-screen Show (16:9)</PresentationFormat>
  <Paragraphs>279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Consolas</vt:lpstr>
      <vt:lpstr>Trebuchet MS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XML to Markdown with xml-conduit</dc:title>
  <dc:subject>PptxGenJS Presentation</dc:subject>
  <dc:creator>Mairead</dc:creator>
  <cp:lastModifiedBy>Mairead Meagher</cp:lastModifiedBy>
  <cp:revision>2</cp:revision>
  <dcterms:created xsi:type="dcterms:W3CDTF">2026-03-27T10:39:40Z</dcterms:created>
  <dcterms:modified xsi:type="dcterms:W3CDTF">2026-03-27T12:14:35Z</dcterms:modified>
</cp:coreProperties>
</file>