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2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7632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8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2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30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2" y="3295531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125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38432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77543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3" y="2152422"/>
            <a:ext cx="865613" cy="818092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42430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1" y="1752655"/>
            <a:ext cx="3523769" cy="26994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303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3"/>
            <a:ext cx="7210397" cy="81070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6"/>
            <a:ext cx="3354245" cy="519851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7" y="1752655"/>
            <a:ext cx="3355521" cy="519057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6649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85545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35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69011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6"/>
            <a:ext cx="4206252" cy="269948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842559" cy="2699488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82447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3" cy="810704"/>
          </a:xfrm>
        </p:spPr>
        <p:txBody>
          <a:bodyPr anchor="ctr">
            <a:normAutofit/>
          </a:bodyPr>
          <a:lstStyle>
            <a:lvl1pPr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6"/>
            <a:ext cx="2907192" cy="2699486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2632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3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9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9"/>
            <a:ext cx="7210397" cy="46722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3483"/>
            <a:ext cx="865613" cy="81809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1163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7"/>
            <a:ext cx="7210394" cy="2694563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3712"/>
            <a:ext cx="865613" cy="81809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5128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2445"/>
            <a:ext cx="865613" cy="81809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405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405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4333804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3"/>
            <a:ext cx="7210397" cy="441401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3"/>
            <a:ext cx="7210397" cy="376691"/>
          </a:xfrm>
        </p:spPr>
        <p:txBody>
          <a:bodyPr anchor="t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3532445"/>
            <a:ext cx="865613" cy="81809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7851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564921"/>
            <a:ext cx="7218720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6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6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8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8" y="2267006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01465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5" cy="81070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40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40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40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9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10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9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3959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5925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6" y="1402047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3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9"/>
            <a:ext cx="6652503" cy="399494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2"/>
            <a:ext cx="4595104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4" y="4048976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789169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50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2" y="4452142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3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772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</p:sldLayoutIdLst>
  <p:hf sldNum="0" hdr="0" ftr="0" dt="0"/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0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818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PROGRAMMING IN HASKELL</a:t>
            </a:r>
            <a:endParaRPr lang="en-US" sz="3600" dirty="0"/>
          </a:p>
        </p:txBody>
      </p:sp>
      <p:pic>
        <p:nvPicPr>
          <p:cNvPr id="6" name="Image 0" descr="/sessions/dazzling-youthful-einstein/haskel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325880"/>
            <a:ext cx="320040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657600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Topic 13.2– XML to Markdown with xml-conduit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572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PROGRAMMING IN HASKELL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79939" y="1461868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 → Markdown   - Our workflow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041648"/>
            <a:ext cx="1463040" cy="4572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4041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books.xml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4233672"/>
            <a:ext cx="201168" cy="548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212848" y="4041648"/>
            <a:ext cx="14630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212848" y="4041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75888" y="4233672"/>
            <a:ext cx="201168" cy="548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77056" y="4041648"/>
            <a:ext cx="14630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877056" y="4041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40096" y="4233672"/>
            <a:ext cx="201168" cy="548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541264" y="4041648"/>
            <a:ext cx="14630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41264" y="4041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04304" y="4233672"/>
            <a:ext cx="201168" cy="548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205472" y="4041648"/>
            <a:ext cx="1463040" cy="4572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05472" y="4041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books.md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9987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We're Building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2743200" cy="4572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777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234440"/>
            <a:ext cx="2743200" cy="347472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371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📄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books.xml catalogue with nested authors, ISBNs &amp; publish dates.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777240"/>
            <a:ext cx="2743200" cy="4572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777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Pipeline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91840" y="1234440"/>
            <a:ext cx="2743200" cy="347472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91840" y="1371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parse XML into typed records. Pure functions render each Book to Markdown.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777240"/>
            <a:ext cx="2743200" cy="4572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17920" y="777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2743200" cy="347472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1371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📝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00800" y="210312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catalogue.md (or one .md per book) ready for docs, wikis, or static sites.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XML Catalogue Structure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4206240" cy="41148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1363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978408"/>
            <a:ext cx="3950208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1005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&lt;catalogue&gt;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13990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&lt;book isbn="0-00-000"&gt;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17922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&lt;title&gt;...&lt;/title&gt;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21854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&lt;subtitle&gt;...&lt;/subtitle&gt;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25786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&lt;authors&gt;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25880" y="29718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 id="a1"&gt;...&lt;/author&gt;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33649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&lt;published year="2024"/&gt;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375818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&lt;/book&gt;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15137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&lt;/catalogue&gt;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40480" y="79552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XML Tree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54880" y="777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Parsing Notes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1188720"/>
            <a:ext cx="4023360" cy="82296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0" y="1188720"/>
            <a:ext cx="54864" cy="8229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isbn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15361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&lt;book&gt; — not a child element. Use attribute.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148840"/>
            <a:ext cx="4023360" cy="82296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2148840"/>
            <a:ext cx="54864" cy="82296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2194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subtitle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24963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child — parse with childText + fmap.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108960"/>
            <a:ext cx="4023360" cy="82296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54880" y="3108960"/>
            <a:ext cx="54864" cy="82296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3154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92040" y="34564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Nested container: element "author" inside &lt;authors&gt;.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4069080"/>
            <a:ext cx="4023360" cy="82296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4069080"/>
            <a:ext cx="54864" cy="8229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9204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92040" y="441655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&lt;published&gt; — drill two levels then read attr.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Data Model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4023360" cy="16002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3075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978408"/>
            <a:ext cx="3767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Author = Author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::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::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777240"/>
            <a:ext cx="4023360" cy="201168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2843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791456" y="978408"/>
            <a:ext cx="376732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Book = Book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 ::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 ::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 :: Maybe String  -- optional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 :: [Author]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 ::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24505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D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28620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DE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788920"/>
            <a:ext cx="4023360" cy="74980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2788920"/>
            <a:ext cx="54864" cy="74980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 record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313639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 is parsed from an XML attribute, name from element text content.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611880"/>
            <a:ext cx="4023360" cy="74980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3611880"/>
            <a:ext cx="54864" cy="749808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[Author] 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5935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fit for zero-or-more &lt;author&gt; children inside &lt;authors&gt;.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200400"/>
            <a:ext cx="4023360" cy="74980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3200400"/>
            <a:ext cx="54864" cy="749808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Maybe String for subtitle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00600" y="354787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the optional &lt;subtitle&gt; element cleanly — Nothing if absent.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4023360"/>
            <a:ext cx="4023360" cy="74980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4023360"/>
            <a:ext cx="54864" cy="74980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0600" y="4069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deriving (Show)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0600" y="437083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Show instances for quick debugging in GHCi.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xml-conduit: Core Concepts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2697480" cy="38404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7772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&amp; Element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161288"/>
            <a:ext cx="269748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207008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Data.Map (Map)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Document contains the root Element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has: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Name, [Node],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Map Name Text (attributes)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514600" cy="1828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697480" cy="1572768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3375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Text.XML is the high-level API. Elements carry attributes as a Map.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73552" y="777240"/>
            <a:ext cx="2697480" cy="38404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7772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 API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73552" y="1161288"/>
            <a:ext cx="269748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1207008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fromDocument :: Document -&gt; Cursor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/ content / attribute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($/) ($//)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composable axis operators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3291840"/>
            <a:ext cx="2514600" cy="1828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73552" y="3291840"/>
            <a:ext cx="2697480" cy="1572768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364992" y="33375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Cursors let you navigate the tree with composable axis functions.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777240"/>
            <a:ext cx="2697480" cy="38404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81344" y="7772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Entry Points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81344" y="1161288"/>
            <a:ext cx="2697480" cy="21031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72784" y="1207008"/>
            <a:ext cx="2514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readFile def "books.xml"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IO Document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parseLBS def lazyBS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SomException Document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parseText def lazyText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SomeException Document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72784" y="3291840"/>
            <a:ext cx="2514600" cy="1828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81344" y="3291840"/>
            <a:ext cx="2697480" cy="1572768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72784" y="33375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 = default ParseSettings. Use readFile in IO, parseLBS for in-memory.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the Catalogue with xml-conduit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5120640" cy="4315968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2803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978408"/>
            <a:ext cx="486460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def, Document)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(fromDocument, Cursor, ($/)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, element, content, attribute)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Data.Text         (Text)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qualified Data.Text as T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Helper: text of first matching child element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:: Name -&gt; Cursor -&gt; Maybe Text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n cur =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listToMaybe $ cur $/ element n &amp;/ content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&lt;author&gt; cursor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:: Cursor -&gt; Author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cur = Author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= T.unpack . head . attribute "id" $ cur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= T.unpack . T.concat $ cur $/ content 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&lt;book&gt; cursor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:: Cursor -&gt; Book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cur = Book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= T.unpack . head $ attribute "isbn" cur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= maybe "" T.unpack (childText "title" cur)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= fmap T.unpack   (childText "subtitle" cur)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= map parseAuthor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(cur $/ element "authors" $/ element "author")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= T.unpack . head $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cur $/ element "published" &gt;=&gt; attribute "year" 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Entry point: Document -&gt; [Book]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:: Document -&gt; [Book]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doc = map parseBook $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fromDocument doc $/ element "catalogue" &amp;/ element "book"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0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Operators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0" y="1188720"/>
            <a:ext cx="3200400" cy="84124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669280" y="1188720"/>
            <a:ext cx="54864" cy="84124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0644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($/) axis op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06440" y="1536192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Descend into direct children matching the predicate. Composes naturally.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0" y="2176272"/>
            <a:ext cx="3200400" cy="84124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9280" y="2176272"/>
            <a:ext cx="54864" cy="841248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06440" y="2221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"name"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2523744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Selects child elements by local name — the core traversal primitive.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3163824"/>
            <a:ext cx="3200400" cy="84124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669280" y="3163824"/>
            <a:ext cx="54864" cy="841248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06440" y="32095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"n"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06440" y="3511296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 named attribute from the current element cursor.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4151376"/>
            <a:ext cx="3200400" cy="841248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669280" y="4151376"/>
            <a:ext cx="54864" cy="84124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806440" y="4197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(&gt;=&gt;)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806440" y="4498848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Kleisli composition — chains steps: find child, then read attr.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Rendering Books to Markdown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4251960" cy="420624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5935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978408"/>
            <a:ext cx="3995928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a single Author inline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:: Author -&gt;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a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 **[" ++ authorId a ++ "]** 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++ authorName a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one Book as a Markdown section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:: Book -&gt;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b = unlines $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"## " ++ title 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Field | Value |"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"|-------|-------|"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ISBN  | `" ++ isbn b ++ "` |"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Year  | " ++ pubYear b ++ " |"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maybe []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(\s -&gt; ["| Sub | " ++ s ++ " |"])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(subtitle b) ++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"", "### Authors" ] ++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 renderAuthor (authors b)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777240"/>
            <a:ext cx="3886200" cy="25603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7415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74336" y="978408"/>
            <a:ext cx="3630168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Build catalogue.md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:: [Book] -&gt;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books = unlines $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 Book Catalogue"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show (length books)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++ " book(s)."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 map renderBook books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to a file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:: FilePath -&gt; [Book] -&gt; IO 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path books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path (renderCatalogue books)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3429000"/>
            <a:ext cx="3886200" cy="1600200"/>
          </a:xfrm>
          <a:prstGeom prst="rect">
            <a:avLst/>
          </a:prstGeom>
          <a:solidFill>
            <a:srgbClr val="F0FFFE">
              <a:alpha val="9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886200" cy="228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800" i="1" dirty="0">
                <a:solidFill>
                  <a:srgbClr val="60DE72"/>
                </a:solidFill>
              </a:rPr>
              <a:t>Sample Output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983480" y="3675888"/>
            <a:ext cx="36118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Haskell Programming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ISBN | `978-1593272838` |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Year | 2010 |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Authors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**[a1]** Bryan O'Sullivan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It All Together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5303520" cy="31089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1091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978408"/>
            <a:ext cx="504748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Main where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Prelude hiding    (readFile)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System.Environment (getArgs)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:: IO 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= do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args &lt;- getArgs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case args of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[xmlPath, mdPath] -&gt; do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doc   &lt;- Text.XML.readFile def xmlPath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books = parseCatalogue doc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"Parsed " ++ show (length books) ++ " book(s)."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writeCatalogue mdPath books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"Written to " ++ mdPath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 -&gt;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"Usage: parse-books &lt;input.xml&gt; &lt;output.md&gt;"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89320" y="868680"/>
            <a:ext cx="411480" cy="41148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89320" y="868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877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XML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11612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readFile parses the file into a Document, throwing on malformed XML.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1307592"/>
            <a:ext cx="45720" cy="50292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89320" y="1892808"/>
            <a:ext cx="411480" cy="41148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89320" y="18928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19019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218541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parseCatalogue walks the cursor tree → [Book].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2331720"/>
            <a:ext cx="45720" cy="50292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89320" y="2916936"/>
            <a:ext cx="411480" cy="41148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89320" y="2916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92240" y="2926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320954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renderCatalogue converts [Book] → Markdown String.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355848"/>
            <a:ext cx="45720" cy="50292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989320" y="3941064"/>
            <a:ext cx="411480" cy="41148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89320" y="3941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9224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2336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saves the result to the output path.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530352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" y="400507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stack run -- books.xml catalogue.md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366760" cy="65836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Extension: One .md File per Book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5120640" cy="352044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28032" y="81381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i="1" dirty="0">
                <a:solidFill>
                  <a:srgbClr val="39CDE7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" y="978408"/>
            <a:ext cx="4864608" cy="3227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System.Directory (createDirectoryIfMissing)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System.FilePath  ((&lt;/&gt;), (&lt;.&gt;))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Sanitise a title for use as a filename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:: String -&gt;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= map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(\c -&gt; if c `elem` " /\\:*?&lt;&gt;|" then '-' else c)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each book to its own Markdown file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:: FilePath -&gt; [Book] -&gt; IO 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dir books = do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createDirectoryIfMissing True dir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mapM_ (writeOne dir) books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:: FilePath -&gt; Book -&gt; IO 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dir b = do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name    = safeFileName (title b) &lt;.&gt; "md"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outPath = dir &lt;/&gt; name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outPath (renderBook b)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putStrLn $ "  Wrote: " ++ outPath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0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Functions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0" y="1188720"/>
            <a:ext cx="3200400" cy="91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669280" y="1188720"/>
            <a:ext cx="54864" cy="9144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0644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createDirectoryIfMissing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06440" y="15361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the output directory (and parents) if it does not exist yet.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0" y="2267712"/>
            <a:ext cx="3200400" cy="91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9280" y="2267712"/>
            <a:ext cx="54864" cy="9144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806440" y="2313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26151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Strips characters invalid in file paths across platforms.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3346704"/>
            <a:ext cx="3200400" cy="91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669280" y="3346704"/>
            <a:ext cx="54864" cy="9144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06440" y="33924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mapM_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06440" y="36941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Idiomatic way to perform an IO action for each item in a list.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4434840"/>
            <a:ext cx="84582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output/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Haskell-Programming.md   Real-World-Haskell.md   Learn-You-a-Haskell.md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366760" y="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694944"/>
            <a:ext cx="8229600" cy="3657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914400"/>
            <a:ext cx="4114800" cy="109728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54864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" y="10058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9CDE7"/>
                </a:solidFill>
              </a:rPr>
              <a:t>①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51560" y="107899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 domain types (Book, Author) before writing any parser.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114800" cy="109728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54864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10058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9CDE7"/>
                </a:solidFill>
              </a:rPr>
              <a:t>②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440680" y="107899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give composable, type-safe XML traversal.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240280"/>
            <a:ext cx="4114800" cy="109728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2240280"/>
            <a:ext cx="54864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" y="23317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9CDE7"/>
                </a:solidFill>
              </a:rPr>
              <a:t>③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051560" y="240487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Separate parsing from rendering — pure functions, easy to test.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240280"/>
            <a:ext cx="4114800" cy="109728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240280"/>
            <a:ext cx="54864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64608" y="23317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9CDE7"/>
                </a:solidFill>
              </a:rPr>
              <a:t>④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40680" y="240487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Maybe for optional fields; handle missing data at the type level.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3566160"/>
            <a:ext cx="4114800" cy="109728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65760" y="3566160"/>
            <a:ext cx="54864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" y="365760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9CDE7"/>
                </a:solidFill>
              </a:rPr>
              <a:t>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51560" y="373075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mapM_ / mapM make it trivial to process every book in the catalogue.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3566160"/>
            <a:ext cx="4114800" cy="109728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566160"/>
            <a:ext cx="54864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64608" y="365760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9CDE7"/>
                </a:solidFill>
              </a:rPr>
              <a:t>⑥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5440680" y="373075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/ createDirectoryIfMissing handle all file-system output.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C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hackage.haskell.org/package/xml-conduit  ·  Trebuchet MS / Berlin theme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88</TotalTime>
  <Words>1520</Words>
  <Application>Microsoft Macintosh PowerPoint</Application>
  <PresentationFormat>On-screen Show (16:9)</PresentationFormat>
  <Paragraphs>279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Consolas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XML to Markdown with xml-conduit</dc:title>
  <dc:subject>PptxGenJS Presentation</dc:subject>
  <dc:creator>Mairead</dc:creator>
  <cp:lastModifiedBy>Mairead Meagher</cp:lastModifiedBy>
  <cp:revision>2</cp:revision>
  <dcterms:created xsi:type="dcterms:W3CDTF">2026-03-27T10:39:40Z</dcterms:created>
  <dcterms:modified xsi:type="dcterms:W3CDTF">2026-03-27T12:14:35Z</dcterms:modified>
</cp:coreProperties>
</file>