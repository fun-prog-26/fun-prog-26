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8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994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272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2"/>
            <a:ext cx="865613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292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643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3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6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7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72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67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37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100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393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9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3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377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2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36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5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3532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3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5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171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6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069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1700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6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3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356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2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54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34440"/>
            <a:ext cx="64008" cy="2743200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 ·  DECK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Concept to Haskell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33832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Invariant?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condition that always holds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92224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is a property of a system that remains true before and after every operation.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guarantee — not a comment, not a convention, and not an assumption.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invariant holds we say the system is in a valid state.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161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balance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drops below its minimum — guaranteed after every transaction.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404872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2404872"/>
            <a:ext cx="393192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date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3108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1–31, month 1–12. No valid operation produces an out-of-range date.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758184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3758184"/>
            <a:ext cx="393192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38679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size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44622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count equals the number of pushes minus pops — always.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 in Software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abstraction relies on invariants to remain coherent.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assumes left &lt; root &lt; right at every node. Violate it once and search is silently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74320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Machines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21284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connection cannot be CLOSED and ESTABLISHED simultaneously. The state type makes the invalid state inexpressible.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74320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21284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maintains a sorted invariant on every sub-list. The merge step is only correct because both halves are already sorted.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Invariants Matter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89280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maintains its invariants cannot produce a whole class of bugs. Violations are caught at the boundary, not buried deep in a call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298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 Safety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89280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invariants are explicit and enforced, you can safely change internals. Callers cannot accidentally break what they cannot construct.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298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Documentation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189280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that enforces its invariant is documentation that never goes stale. The constraint is read, checked, and enforced by the compiler.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as Invariant Enforcers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makes some invariants impossible to violate — not because you tested them, but because ill-formed programs don't compile.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for 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use Maybe to make absence explicit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of incompatible units (metres vs feet)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pattern matching — all cases handled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types for logically distinct concepts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2084832"/>
            <a:ext cx="3931920" cy="219456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2194560"/>
            <a:ext cx="36576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Maybe makes absence explicit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:: [Int] -&gt; Int -&gt; Maybe Int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Can't pass a raw String as an Email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Compiler catches missing cases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:: Bool -&gt;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True  = "yes"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False = "no"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Constructors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constructor hides the raw data constructor and validates the invariant at the point of creation — so an invalid value can never be built.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2951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3134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type inside a dedicated module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the smart constructor — not the data constructor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34472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Maybe or Either to signal invalid input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115568"/>
            <a:ext cx="36576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Calendar (Day, mkDay, getDay) where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Constructor hidden from callers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Day = Day Int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:: Int -&gt; Maybe Day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1 &amp;&amp; n &lt;= 31 = Just (Day n)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        = Nothing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:: Day -&gt;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(Day n) = 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newtype and Phantom Types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tools for encoding invariants with zero runtime cost.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84048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type to give it a distinct identity at compile time. An Email and a plain String are different types — you cannot pass one where the other is expected.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384048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 :: Email -&gt; IO 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Cannot pass a raw String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44752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444752"/>
            <a:ext cx="384048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Phantom Types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parameter that carries compile-time information but holds no value at runtime. Useful for tagging validated vs unvalidated data without overhead.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852928"/>
            <a:ext cx="384048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9626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Validated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Raw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Tagged t a = Tagged a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:: Tagged Raw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 Maybe (Tagged Validated String)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Typeclass Laws as Invariants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instances are contracts. The laws are the invariants every conforming instance must preserve — forever.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743200" cy="438912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52704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09397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id  ≡  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(f . g)  ≡  fmap f . fmap 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preserves structure. The container is never altered by fmap.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743200" cy="438912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52704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Monoid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98424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09397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mempty &lt;&gt; x  ≡  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&lt;&gt; mempty  ≡  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&lt;&gt; y) &lt;&gt; z  ≡  x &lt;&gt; (y &lt;&gt; z)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9443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is associative and mempty is a genuine neutral element.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743200" cy="438912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152704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98424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09397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&gt;&gt;= f  ≡  f 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&gt;&gt;= return   ≡  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&gt;&gt;= f) &gt;&gt;= 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≡  m &gt;&gt;= (f &gt;=&gt; 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94436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neutral wrap. Sequencing is associative.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Types Aren't Enough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system is powerful but bounded. Some invariants live in logic, not in shape.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438912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CAN enforce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never null  (Maybe)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arguments share the same type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non-empty  (NonEmpty)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always positive  (smart constructor)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438912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813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CANNOT enforce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function actually produces a sorted list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are true inverses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stays in range after arbitrary arithmetic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structures stay mutually consistent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these, we need property-based testing — covered in Deck 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3017520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938528"/>
            <a:ext cx="7955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Invariants are guarantees — conditions that must always hold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Haskell's type system enforces many invariants at compile time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Smart constructors and newtypes push invariants to the boundary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Typeclass laws are formal, checkable invariants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Some invariants live in logic — and need explicit verification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Deck 2: Property-Based Testing with QuickCheck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3714</TotalTime>
  <Words>950</Words>
  <Application>Microsoft Macintosh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Invariants — From Concept to Haskell</dc:title>
  <dc:subject>PptxGenJS Presentation</dc:subject>
  <dc:creator>PptxGenJS</dc:creator>
  <cp:keywords/>
  <dc:description/>
  <cp:lastModifiedBy>Mairead Meagher</cp:lastModifiedBy>
  <cp:revision>2</cp:revision>
  <dcterms:created xsi:type="dcterms:W3CDTF">2026-04-10T09:22:17Z</dcterms:created>
  <dcterms:modified xsi:type="dcterms:W3CDTF">2026-04-12T23:35:07Z</dcterms:modified>
  <cp:category/>
</cp:coreProperties>
</file>