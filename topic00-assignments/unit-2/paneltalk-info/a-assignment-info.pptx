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sldIdLst>
    <p:sldId id="256" r:id="rId2"/>
  </p:sldIdLst>
  <p:sldSz cx="16256000" cy="1219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p:scale>
          <a:sx n="52" d="100"/>
          <a:sy n="52" d="100"/>
        </p:scale>
        <p:origin x="1448" y="6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1"/>
      </p:bgRef>
    </p:bg>
    <p:spTree>
      <p:nvGrpSpPr>
        <p:cNvPr id="1" name=""/>
        <p:cNvGrpSpPr/>
        <p:nvPr/>
      </p:nvGrpSpPr>
      <p:grpSpPr>
        <a:xfrm>
          <a:off x="0" y="0"/>
          <a:ext cx="0" cy="0"/>
          <a:chOff x="0" y="0"/>
          <a:chExt cx="0" cy="0"/>
        </a:xfrm>
      </p:grpSpPr>
      <p:grpSp>
        <p:nvGrpSpPr>
          <p:cNvPr id="451" name="Group 450"/>
          <p:cNvGrpSpPr/>
          <p:nvPr/>
        </p:nvGrpSpPr>
        <p:grpSpPr>
          <a:xfrm>
            <a:off x="1" y="0"/>
            <a:ext cx="16986956" cy="12183534"/>
            <a:chOff x="1524000" y="0"/>
            <a:chExt cx="9555163" cy="6853238"/>
          </a:xfrm>
        </p:grpSpPr>
        <p:sp>
          <p:nvSpPr>
            <p:cNvPr id="452" name="Freeform 6"/>
            <p:cNvSpPr/>
            <p:nvPr/>
          </p:nvSpPr>
          <p:spPr bwMode="auto">
            <a:xfrm>
              <a:off x="1524000" y="1331913"/>
              <a:ext cx="7837488" cy="5521325"/>
            </a:xfrm>
            <a:custGeom>
              <a:avLst/>
              <a:gdLst/>
              <a:ahLst/>
              <a:cxnLst/>
              <a:rect l="0" t="0" r="r" b="b"/>
              <a:pathLst>
                <a:path w="1648" h="1161">
                  <a:moveTo>
                    <a:pt x="1362" y="1161"/>
                  </a:moveTo>
                  <a:cubicBezTo>
                    <a:pt x="1648" y="920"/>
                    <a:pt x="1283" y="505"/>
                    <a:pt x="1097" y="326"/>
                  </a:cubicBezTo>
                  <a:cubicBezTo>
                    <a:pt x="926" y="162"/>
                    <a:pt x="709" y="35"/>
                    <a:pt x="470" y="14"/>
                  </a:cubicBezTo>
                  <a:cubicBezTo>
                    <a:pt x="315" y="0"/>
                    <a:pt x="142" y="49"/>
                    <a:pt x="0" y="138"/>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3" name="Freeform 7"/>
            <p:cNvSpPr/>
            <p:nvPr/>
          </p:nvSpPr>
          <p:spPr bwMode="auto">
            <a:xfrm>
              <a:off x="1524000" y="5564188"/>
              <a:ext cx="1412875" cy="1284288"/>
            </a:xfrm>
            <a:custGeom>
              <a:avLst/>
              <a:gdLst/>
              <a:ahLst/>
              <a:cxnLst/>
              <a:rect l="0" t="0" r="r" b="b"/>
              <a:pathLst>
                <a:path w="297" h="270">
                  <a:moveTo>
                    <a:pt x="0" y="0"/>
                  </a:moveTo>
                  <a:cubicBezTo>
                    <a:pt x="73" y="119"/>
                    <a:pt x="186" y="220"/>
                    <a:pt x="297" y="27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4" name="Freeform 8"/>
            <p:cNvSpPr/>
            <p:nvPr/>
          </p:nvSpPr>
          <p:spPr bwMode="auto">
            <a:xfrm>
              <a:off x="1524000" y="2030413"/>
              <a:ext cx="6510338" cy="4813300"/>
            </a:xfrm>
            <a:custGeom>
              <a:avLst/>
              <a:gdLst/>
              <a:ahLst/>
              <a:cxnLst/>
              <a:rect l="0" t="0" r="r" b="b"/>
              <a:pathLst>
                <a:path w="1369" h="1012">
                  <a:moveTo>
                    <a:pt x="845" y="1012"/>
                  </a:moveTo>
                  <a:cubicBezTo>
                    <a:pt x="1043" y="967"/>
                    <a:pt x="1369" y="853"/>
                    <a:pt x="1263" y="588"/>
                  </a:cubicBezTo>
                  <a:cubicBezTo>
                    <a:pt x="1164" y="340"/>
                    <a:pt x="861" y="107"/>
                    <a:pt x="602" y="49"/>
                  </a:cubicBezTo>
                  <a:cubicBezTo>
                    <a:pt x="383" y="0"/>
                    <a:pt x="135" y="97"/>
                    <a:pt x="0" y="28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5" name="Freeform 9"/>
            <p:cNvSpPr/>
            <p:nvPr/>
          </p:nvSpPr>
          <p:spPr bwMode="auto">
            <a:xfrm>
              <a:off x="1528763" y="6207125"/>
              <a:ext cx="717550" cy="646113"/>
            </a:xfrm>
            <a:custGeom>
              <a:avLst/>
              <a:gdLst/>
              <a:ahLst/>
              <a:cxnLst/>
              <a:rect l="0" t="0" r="r" b="b"/>
              <a:pathLst>
                <a:path w="151" h="136">
                  <a:moveTo>
                    <a:pt x="0" y="0"/>
                  </a:moveTo>
                  <a:cubicBezTo>
                    <a:pt x="45" y="52"/>
                    <a:pt x="97" y="99"/>
                    <a:pt x="151" y="13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6" name="Freeform 10"/>
            <p:cNvSpPr/>
            <p:nvPr/>
          </p:nvSpPr>
          <p:spPr bwMode="auto">
            <a:xfrm>
              <a:off x="1524000" y="1806575"/>
              <a:ext cx="6753225" cy="5046663"/>
            </a:xfrm>
            <a:custGeom>
              <a:avLst/>
              <a:gdLst/>
              <a:ahLst/>
              <a:cxnLst/>
              <a:rect l="0" t="0" r="r" b="b"/>
              <a:pathLst>
                <a:path w="1420" h="1061">
                  <a:moveTo>
                    <a:pt x="1034" y="1061"/>
                  </a:moveTo>
                  <a:cubicBezTo>
                    <a:pt x="1148" y="1019"/>
                    <a:pt x="1283" y="957"/>
                    <a:pt x="1345" y="845"/>
                  </a:cubicBezTo>
                  <a:cubicBezTo>
                    <a:pt x="1420" y="710"/>
                    <a:pt x="1338" y="570"/>
                    <a:pt x="1249" y="466"/>
                  </a:cubicBezTo>
                  <a:cubicBezTo>
                    <a:pt x="1068" y="253"/>
                    <a:pt x="816" y="57"/>
                    <a:pt x="530" y="23"/>
                  </a:cubicBezTo>
                  <a:cubicBezTo>
                    <a:pt x="336" y="0"/>
                    <a:pt x="140" y="87"/>
                    <a:pt x="0" y="22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7" name="Freeform 11"/>
            <p:cNvSpPr/>
            <p:nvPr/>
          </p:nvSpPr>
          <p:spPr bwMode="auto">
            <a:xfrm>
              <a:off x="1524000" y="669925"/>
              <a:ext cx="8797925" cy="6183313"/>
            </a:xfrm>
            <a:custGeom>
              <a:avLst/>
              <a:gdLst/>
              <a:ahLst/>
              <a:cxnLst/>
              <a:rect l="0" t="0" r="r" b="b"/>
              <a:pathLst>
                <a:path w="1850" h="1300">
                  <a:moveTo>
                    <a:pt x="1552" y="1300"/>
                  </a:moveTo>
                  <a:cubicBezTo>
                    <a:pt x="1850" y="1019"/>
                    <a:pt x="1504" y="652"/>
                    <a:pt x="1288" y="447"/>
                  </a:cubicBezTo>
                  <a:cubicBezTo>
                    <a:pt x="1085" y="255"/>
                    <a:pt x="838" y="90"/>
                    <a:pt x="559" y="37"/>
                  </a:cubicBezTo>
                  <a:cubicBezTo>
                    <a:pt x="364" y="0"/>
                    <a:pt x="171" y="40"/>
                    <a:pt x="0" y="131"/>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8" name="Freeform 12"/>
            <p:cNvSpPr/>
            <p:nvPr/>
          </p:nvSpPr>
          <p:spPr bwMode="auto">
            <a:xfrm>
              <a:off x="1524000" y="119063"/>
              <a:ext cx="9555163" cy="6734175"/>
            </a:xfrm>
            <a:custGeom>
              <a:avLst/>
              <a:gdLst/>
              <a:ahLst/>
              <a:cxnLst/>
              <a:rect l="0" t="0" r="r" b="b"/>
              <a:pathLst>
                <a:path w="2009" h="1416">
                  <a:moveTo>
                    <a:pt x="1725" y="1416"/>
                  </a:moveTo>
                  <a:cubicBezTo>
                    <a:pt x="2009" y="1117"/>
                    <a:pt x="1728" y="785"/>
                    <a:pt x="1492" y="565"/>
                  </a:cubicBezTo>
                  <a:cubicBezTo>
                    <a:pt x="1248" y="339"/>
                    <a:pt x="961" y="143"/>
                    <a:pt x="635" y="61"/>
                  </a:cubicBezTo>
                  <a:cubicBezTo>
                    <a:pt x="392" y="0"/>
                    <a:pt x="190" y="18"/>
                    <a:pt x="0" y="10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9" name="Freeform 13"/>
            <p:cNvSpPr/>
            <p:nvPr/>
          </p:nvSpPr>
          <p:spPr bwMode="auto">
            <a:xfrm>
              <a:off x="5419725" y="4763"/>
              <a:ext cx="5216525" cy="5368925"/>
            </a:xfrm>
            <a:custGeom>
              <a:avLst/>
              <a:gdLst/>
              <a:ahLst/>
              <a:cxnLst/>
              <a:rect l="0" t="0" r="r" b="b"/>
              <a:pathLst>
                <a:path w="1097" h="1129">
                  <a:moveTo>
                    <a:pt x="1097" y="1129"/>
                  </a:moveTo>
                  <a:cubicBezTo>
                    <a:pt x="1031" y="909"/>
                    <a:pt x="843" y="701"/>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0" name="Freeform 15"/>
            <p:cNvSpPr/>
            <p:nvPr/>
          </p:nvSpPr>
          <p:spPr bwMode="auto">
            <a:xfrm>
              <a:off x="5813425" y="4763"/>
              <a:ext cx="4832350" cy="4822825"/>
            </a:xfrm>
            <a:custGeom>
              <a:avLst/>
              <a:gdLst/>
              <a:ahLst/>
              <a:cxnLst/>
              <a:rect l="0" t="0" r="r" b="b"/>
              <a:pathLst>
                <a:path w="1016" h="1014">
                  <a:moveTo>
                    <a:pt x="1016" y="1014"/>
                  </a:moveTo>
                  <a:cubicBezTo>
                    <a:pt x="934" y="849"/>
                    <a:pt x="802" y="6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1" name="Freeform 16"/>
            <p:cNvSpPr/>
            <p:nvPr/>
          </p:nvSpPr>
          <p:spPr bwMode="auto">
            <a:xfrm>
              <a:off x="6003925" y="4763"/>
              <a:ext cx="4641850" cy="4598988"/>
            </a:xfrm>
            <a:custGeom>
              <a:avLst/>
              <a:gdLst/>
              <a:ahLst/>
              <a:cxnLst/>
              <a:rect l="0" t="0" r="r" b="b"/>
              <a:pathLst>
                <a:path w="976" h="967">
                  <a:moveTo>
                    <a:pt x="976" y="967"/>
                  </a:moveTo>
                  <a:cubicBezTo>
                    <a:pt x="894" y="822"/>
                    <a:pt x="779" y="689"/>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462" name="Freeform 17"/>
            <p:cNvSpPr/>
            <p:nvPr/>
          </p:nvSpPr>
          <p:spPr bwMode="auto">
            <a:xfrm>
              <a:off x="6203950" y="0"/>
              <a:ext cx="4441825" cy="4237038"/>
            </a:xfrm>
            <a:custGeom>
              <a:avLst/>
              <a:gdLst/>
              <a:ahLst/>
              <a:cxnLst/>
              <a:rect l="0" t="0" r="r" b="b"/>
              <a:pathLst>
                <a:path w="934" h="891">
                  <a:moveTo>
                    <a:pt x="934" y="891"/>
                  </a:moveTo>
                  <a:cubicBezTo>
                    <a:pt x="863" y="783"/>
                    <a:pt x="778" y="684"/>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3" name="Freeform 18"/>
            <p:cNvSpPr/>
            <p:nvPr/>
          </p:nvSpPr>
          <p:spPr bwMode="auto">
            <a:xfrm>
              <a:off x="6456363" y="4763"/>
              <a:ext cx="4179888" cy="3986213"/>
            </a:xfrm>
            <a:custGeom>
              <a:avLst/>
              <a:gdLst/>
              <a:ahLst/>
              <a:cxnLst/>
              <a:rect l="0" t="0" r="r" b="b"/>
              <a:pathLst>
                <a:path w="879" h="838">
                  <a:moveTo>
                    <a:pt x="879" y="838"/>
                  </a:moveTo>
                  <a:cubicBezTo>
                    <a:pt x="821" y="755"/>
                    <a:pt x="756" y="679"/>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4" name="Freeform 19"/>
            <p:cNvSpPr/>
            <p:nvPr/>
          </p:nvSpPr>
          <p:spPr bwMode="auto">
            <a:xfrm>
              <a:off x="6869113" y="4763"/>
              <a:ext cx="3776663" cy="3838575"/>
            </a:xfrm>
            <a:custGeom>
              <a:avLst/>
              <a:gdLst/>
              <a:ahLst/>
              <a:cxnLst/>
              <a:rect l="0" t="0" r="r" b="b"/>
              <a:pathLst>
                <a:path w="794" h="807">
                  <a:moveTo>
                    <a:pt x="794" y="807"/>
                  </a:moveTo>
                  <a:cubicBezTo>
                    <a:pt x="745" y="739"/>
                    <a:pt x="695" y="676"/>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5" name="Freeform 20"/>
            <p:cNvSpPr/>
            <p:nvPr/>
          </p:nvSpPr>
          <p:spPr bwMode="auto">
            <a:xfrm>
              <a:off x="8758238" y="4763"/>
              <a:ext cx="1887538" cy="1355725"/>
            </a:xfrm>
            <a:custGeom>
              <a:avLst/>
              <a:gdLst/>
              <a:ahLst/>
              <a:cxnLst/>
              <a:rect l="0" t="0" r="r" b="b"/>
              <a:pathLst>
                <a:path w="397" h="285">
                  <a:moveTo>
                    <a:pt x="397" y="285"/>
                  </a:moveTo>
                  <a:cubicBezTo>
                    <a:pt x="270" y="182"/>
                    <a:pt x="138" y="8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6" name="Freeform 21"/>
            <p:cNvSpPr/>
            <p:nvPr/>
          </p:nvSpPr>
          <p:spPr bwMode="auto">
            <a:xfrm>
              <a:off x="9223375" y="9525"/>
              <a:ext cx="1422400" cy="1108075"/>
            </a:xfrm>
            <a:custGeom>
              <a:avLst/>
              <a:gdLst/>
              <a:ahLst/>
              <a:cxnLst/>
              <a:rect l="0" t="0" r="r" b="b"/>
              <a:pathLst>
                <a:path w="299" h="233">
                  <a:moveTo>
                    <a:pt x="299" y="233"/>
                  </a:moveTo>
                  <a:cubicBezTo>
                    <a:pt x="197" y="145"/>
                    <a:pt x="97" y="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7" name="Freeform 22"/>
            <p:cNvSpPr/>
            <p:nvPr/>
          </p:nvSpPr>
          <p:spPr bwMode="auto">
            <a:xfrm>
              <a:off x="10009188" y="4763"/>
              <a:ext cx="636588" cy="361950"/>
            </a:xfrm>
            <a:custGeom>
              <a:avLst/>
              <a:gdLst/>
              <a:ahLst/>
              <a:cxnLst/>
              <a:rect l="0" t="0" r="r" b="b"/>
              <a:pathLst>
                <a:path w="134" h="76">
                  <a:moveTo>
                    <a:pt x="0" y="0"/>
                  </a:moveTo>
                  <a:cubicBezTo>
                    <a:pt x="45" y="25"/>
                    <a:pt x="89" y="50"/>
                    <a:pt x="134" y="7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 name="Group 6"/>
          <p:cNvGrpSpPr/>
          <p:nvPr/>
        </p:nvGrpSpPr>
        <p:grpSpPr>
          <a:xfrm>
            <a:off x="2281091" y="2077030"/>
            <a:ext cx="11708665" cy="8067228"/>
            <a:chOff x="1283114" y="1168329"/>
            <a:chExt cx="6586124" cy="4537816"/>
          </a:xfrm>
        </p:grpSpPr>
        <p:sp>
          <p:nvSpPr>
            <p:cNvPr id="39" name="Rectangle 38"/>
            <p:cNvSpPr/>
            <p:nvPr/>
          </p:nvSpPr>
          <p:spPr>
            <a:xfrm>
              <a:off x="1283114" y="1168329"/>
              <a:ext cx="6586124"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283114" y="1973001"/>
              <a:ext cx="6586124" cy="33844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41" name="Isosceles Triangle 39"/>
            <p:cNvSpPr/>
            <p:nvPr/>
          </p:nvSpPr>
          <p:spPr>
            <a:xfrm rot="10800000">
              <a:off x="4362524" y="5355082"/>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2416162" y="3653828"/>
            <a:ext cx="11428347" cy="3218908"/>
          </a:xfrm>
        </p:spPr>
        <p:txBody>
          <a:bodyPr bIns="0" anchor="b">
            <a:normAutofit/>
          </a:bodyPr>
          <a:lstStyle>
            <a:lvl1pPr algn="ctr">
              <a:lnSpc>
                <a:spcPct val="80000"/>
              </a:lnSpc>
              <a:defRPr sz="8533" spc="-201">
                <a:solidFill>
                  <a:srgbClr val="FFFEFF"/>
                </a:solidFill>
              </a:defRPr>
            </a:lvl1pPr>
          </a:lstStyle>
          <a:p>
            <a:r>
              <a:rPr lang="en-GB"/>
              <a:t>Click to edit Master title style</a:t>
            </a:r>
            <a:endParaRPr lang="en-US" dirty="0"/>
          </a:p>
        </p:txBody>
      </p:sp>
      <p:sp>
        <p:nvSpPr>
          <p:cNvPr id="3" name="Subtitle 2"/>
          <p:cNvSpPr>
            <a:spLocks noGrp="1"/>
          </p:cNvSpPr>
          <p:nvPr>
            <p:ph type="subTitle" idx="1"/>
          </p:nvPr>
        </p:nvSpPr>
        <p:spPr>
          <a:xfrm>
            <a:off x="2416162" y="7007097"/>
            <a:ext cx="11428347" cy="2371769"/>
          </a:xfrm>
        </p:spPr>
        <p:txBody>
          <a:bodyPr tIns="0">
            <a:normAutofit/>
          </a:bodyPr>
          <a:lstStyle>
            <a:lvl1pPr marL="0" indent="0" algn="ctr">
              <a:lnSpc>
                <a:spcPct val="100000"/>
              </a:lnSpc>
              <a:buNone/>
              <a:defRPr sz="3200" b="0">
                <a:solidFill>
                  <a:srgbClr val="FFFEFF"/>
                </a:solidFill>
              </a:defRPr>
            </a:lvl1pPr>
            <a:lvl2pPr marL="609608" indent="0" algn="ctr">
              <a:buNone/>
              <a:defRPr sz="2667"/>
            </a:lvl2pPr>
            <a:lvl3pPr marL="1219215" indent="0" algn="ctr">
              <a:buNone/>
              <a:defRPr sz="2400"/>
            </a:lvl3pPr>
            <a:lvl4pPr marL="1828823" indent="0" algn="ctr">
              <a:buNone/>
              <a:defRPr sz="2133"/>
            </a:lvl4pPr>
            <a:lvl5pPr marL="2438430" indent="0" algn="ctr">
              <a:buNone/>
              <a:defRPr sz="2133"/>
            </a:lvl5pPr>
            <a:lvl6pPr marL="3048038" indent="0" algn="ctr">
              <a:buNone/>
              <a:defRPr sz="2133"/>
            </a:lvl6pPr>
            <a:lvl7pPr marL="3657646" indent="0" algn="ctr">
              <a:buNone/>
              <a:defRPr sz="2133"/>
            </a:lvl7pPr>
            <a:lvl8pPr marL="4267253" indent="0" algn="ctr">
              <a:buNone/>
              <a:defRPr sz="2133"/>
            </a:lvl8pPr>
            <a:lvl9pPr marL="4876861" indent="0" algn="ctr">
              <a:buNone/>
              <a:defRPr sz="2133"/>
            </a:lvl9pPr>
          </a:lstStyle>
          <a:p>
            <a:r>
              <a:rPr lang="en-GB"/>
              <a:t>Click to edit Master subtitle style</a:t>
            </a:r>
            <a:endParaRPr lang="en-US" dirty="0"/>
          </a:p>
        </p:txBody>
      </p:sp>
      <p:sp>
        <p:nvSpPr>
          <p:cNvPr id="4" name="Date Placeholder 3"/>
          <p:cNvSpPr>
            <a:spLocks noGrp="1"/>
          </p:cNvSpPr>
          <p:nvPr>
            <p:ph type="dt" sz="half" idx="10"/>
          </p:nvPr>
        </p:nvSpPr>
        <p:spPr>
          <a:xfrm>
            <a:off x="1137920" y="568960"/>
            <a:ext cx="4876800" cy="568960"/>
          </a:xfrm>
        </p:spPr>
        <p:txBody>
          <a:bodyPr vert="horz" lIns="91440" tIns="45720" rIns="91440" bIns="45720" rtlCol="0" anchor="ctr"/>
          <a:lstStyle>
            <a:lvl1pPr>
              <a:defRPr lang="en-US"/>
            </a:lvl1pPr>
          </a:lstStyle>
          <a:p>
            <a:fld id="{9EA248A4-0EF5-9F4C-A5D9-28B41711222C}" type="datetimeFigureOut">
              <a:rPr lang="en-US" smtClean="0"/>
              <a:t>4/27/26</a:t>
            </a:fld>
            <a:endParaRPr lang="en-US"/>
          </a:p>
        </p:txBody>
      </p:sp>
      <p:sp>
        <p:nvSpPr>
          <p:cNvPr id="5" name="Footer Placeholder 4"/>
          <p:cNvSpPr>
            <a:spLocks noGrp="1"/>
          </p:cNvSpPr>
          <p:nvPr>
            <p:ph type="ftr" sz="quarter" idx="11"/>
          </p:nvPr>
        </p:nvSpPr>
        <p:spPr>
          <a:xfrm>
            <a:off x="1137920" y="11070336"/>
            <a:ext cx="13963904" cy="56896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3882624" y="568960"/>
            <a:ext cx="1219200" cy="568960"/>
          </a:xfrm>
        </p:spPr>
        <p:txBody>
          <a:bodyPr/>
          <a:lstStyle/>
          <a:p>
            <a:fld id="{2B565F59-B5F0-0948-A4F1-63E2C4E155AD}" type="slidenum">
              <a:rPr lang="en-US" smtClean="0"/>
              <a:t>‹#›</a:t>
            </a:fld>
            <a:endParaRPr lang="en-US"/>
          </a:p>
        </p:txBody>
      </p:sp>
    </p:spTree>
    <p:extLst>
      <p:ext uri="{BB962C8B-B14F-4D97-AF65-F5344CB8AC3E}">
        <p14:creationId xmlns:p14="http://schemas.microsoft.com/office/powerpoint/2010/main" val="94765973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65" name="Group 64"/>
          <p:cNvGrpSpPr/>
          <p:nvPr/>
        </p:nvGrpSpPr>
        <p:grpSpPr>
          <a:xfrm>
            <a:off x="-508845" y="1"/>
            <a:ext cx="16749794" cy="12192002"/>
            <a:chOff x="1243013" y="0"/>
            <a:chExt cx="9402763" cy="6858001"/>
          </a:xfrm>
        </p:grpSpPr>
        <p:sp>
          <p:nvSpPr>
            <p:cNvPr id="66" name="Freeform 5"/>
            <p:cNvSpPr/>
            <p:nvPr/>
          </p:nvSpPr>
          <p:spPr bwMode="auto">
            <a:xfrm>
              <a:off x="2289175" y="0"/>
              <a:ext cx="3867150" cy="6848475"/>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7" name="Freeform 6"/>
            <p:cNvSpPr/>
            <p:nvPr/>
          </p:nvSpPr>
          <p:spPr bwMode="auto">
            <a:xfrm>
              <a:off x="9604375" y="9525"/>
              <a:ext cx="1041400" cy="328613"/>
            </a:xfrm>
            <a:custGeom>
              <a:avLst/>
              <a:gdLst/>
              <a:ahLst/>
              <a:cxnLst/>
              <a:rect l="0" t="0" r="r" b="b"/>
              <a:pathLst>
                <a:path w="219" h="69">
                  <a:moveTo>
                    <a:pt x="219" y="69"/>
                  </a:moveTo>
                  <a:cubicBezTo>
                    <a:pt x="147" y="41"/>
                    <a:pt x="71" y="1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8" name="Freeform 7"/>
            <p:cNvSpPr/>
            <p:nvPr/>
          </p:nvSpPr>
          <p:spPr bwMode="auto">
            <a:xfrm>
              <a:off x="9223375" y="5578475"/>
              <a:ext cx="1422400" cy="1270000"/>
            </a:xfrm>
            <a:custGeom>
              <a:avLst/>
              <a:gdLst/>
              <a:ahLst/>
              <a:cxnLst/>
              <a:rect l="0" t="0" r="r" b="b"/>
              <a:pathLst>
                <a:path w="299" h="267">
                  <a:moveTo>
                    <a:pt x="0" y="267"/>
                  </a:moveTo>
                  <a:cubicBezTo>
                    <a:pt x="105" y="186"/>
                    <a:pt x="206" y="96"/>
                    <a:pt x="299"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9" name="Freeform 8"/>
            <p:cNvSpPr/>
            <p:nvPr/>
          </p:nvSpPr>
          <p:spPr bwMode="auto">
            <a:xfrm>
              <a:off x="2103438" y="0"/>
              <a:ext cx="3681413" cy="6848475"/>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0" name="Freeform 9"/>
            <p:cNvSpPr/>
            <p:nvPr/>
          </p:nvSpPr>
          <p:spPr bwMode="auto">
            <a:xfrm>
              <a:off x="10179050" y="9525"/>
              <a:ext cx="466725" cy="157163"/>
            </a:xfrm>
            <a:custGeom>
              <a:avLst/>
              <a:gdLst/>
              <a:ahLst/>
              <a:cxnLst/>
              <a:rect l="0" t="0" r="r" b="b"/>
              <a:pathLst>
                <a:path w="98" h="33">
                  <a:moveTo>
                    <a:pt x="98" y="33"/>
                  </a:moveTo>
                  <a:cubicBezTo>
                    <a:pt x="65" y="21"/>
                    <a:pt x="33" y="10"/>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1" name="Freeform 10"/>
            <p:cNvSpPr/>
            <p:nvPr/>
          </p:nvSpPr>
          <p:spPr bwMode="auto">
            <a:xfrm>
              <a:off x="9471025" y="5811838"/>
              <a:ext cx="1174750" cy="1046163"/>
            </a:xfrm>
            <a:custGeom>
              <a:avLst/>
              <a:gdLst/>
              <a:ahLst/>
              <a:cxnLst/>
              <a:rect l="0" t="0" r="r" b="b"/>
              <a:pathLst>
                <a:path w="247" h="220">
                  <a:moveTo>
                    <a:pt x="0" y="220"/>
                  </a:moveTo>
                  <a:cubicBezTo>
                    <a:pt x="86" y="152"/>
                    <a:pt x="169" y="78"/>
                    <a:pt x="247"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2" name="Freeform 11"/>
            <p:cNvSpPr/>
            <p:nvPr/>
          </p:nvSpPr>
          <p:spPr bwMode="auto">
            <a:xfrm>
              <a:off x="1985963" y="0"/>
              <a:ext cx="3622675" cy="6848475"/>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3" name="Freeform 12"/>
            <p:cNvSpPr/>
            <p:nvPr/>
          </p:nvSpPr>
          <p:spPr bwMode="auto">
            <a:xfrm>
              <a:off x="10479088" y="9525"/>
              <a:ext cx="166688" cy="57150"/>
            </a:xfrm>
            <a:custGeom>
              <a:avLst/>
              <a:gdLst/>
              <a:ahLst/>
              <a:cxnLst/>
              <a:rect l="0" t="0" r="r" b="b"/>
              <a:pathLst>
                <a:path w="35" h="12">
                  <a:moveTo>
                    <a:pt x="35" y="12"/>
                  </a:moveTo>
                  <a:cubicBezTo>
                    <a:pt x="23" y="8"/>
                    <a:pt x="12" y="4"/>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4" name="Freeform 13"/>
            <p:cNvSpPr/>
            <p:nvPr/>
          </p:nvSpPr>
          <p:spPr bwMode="auto">
            <a:xfrm>
              <a:off x="9618663" y="5940425"/>
              <a:ext cx="1027113" cy="908050"/>
            </a:xfrm>
            <a:custGeom>
              <a:avLst/>
              <a:gdLst/>
              <a:ahLst/>
              <a:cxnLst/>
              <a:rect l="0" t="0" r="r" b="b"/>
              <a:pathLst>
                <a:path w="216" h="191">
                  <a:moveTo>
                    <a:pt x="0" y="191"/>
                  </a:moveTo>
                  <a:cubicBezTo>
                    <a:pt x="75" y="131"/>
                    <a:pt x="147" y="67"/>
                    <a:pt x="216"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5" name="Freeform 14"/>
            <p:cNvSpPr/>
            <p:nvPr/>
          </p:nvSpPr>
          <p:spPr bwMode="auto">
            <a:xfrm>
              <a:off x="1985963" y="0"/>
              <a:ext cx="3248025" cy="6848475"/>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5"/>
            <p:cNvSpPr/>
            <p:nvPr/>
          </p:nvSpPr>
          <p:spPr bwMode="auto">
            <a:xfrm>
              <a:off x="9780588" y="6054725"/>
              <a:ext cx="865188" cy="793750"/>
            </a:xfrm>
            <a:custGeom>
              <a:avLst/>
              <a:gdLst/>
              <a:ahLst/>
              <a:cxnLst/>
              <a:rect l="0" t="0" r="r" b="b"/>
              <a:pathLst>
                <a:path w="182" h="167">
                  <a:moveTo>
                    <a:pt x="0" y="167"/>
                  </a:moveTo>
                  <a:cubicBezTo>
                    <a:pt x="63" y="114"/>
                    <a:pt x="123" y="58"/>
                    <a:pt x="182"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6"/>
            <p:cNvSpPr/>
            <p:nvPr/>
          </p:nvSpPr>
          <p:spPr bwMode="auto">
            <a:xfrm>
              <a:off x="1871663" y="0"/>
              <a:ext cx="3233738" cy="6848475"/>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7"/>
            <p:cNvSpPr/>
            <p:nvPr/>
          </p:nvSpPr>
          <p:spPr bwMode="auto">
            <a:xfrm>
              <a:off x="9956800" y="6216650"/>
              <a:ext cx="688975" cy="631825"/>
            </a:xfrm>
            <a:custGeom>
              <a:avLst/>
              <a:gdLst/>
              <a:ahLst/>
              <a:cxnLst/>
              <a:rect l="0" t="0" r="r" b="b"/>
              <a:pathLst>
                <a:path w="145" h="133">
                  <a:moveTo>
                    <a:pt x="0" y="133"/>
                  </a:moveTo>
                  <a:cubicBezTo>
                    <a:pt x="50" y="90"/>
                    <a:pt x="98" y="46"/>
                    <a:pt x="14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8"/>
            <p:cNvSpPr/>
            <p:nvPr/>
          </p:nvSpPr>
          <p:spPr bwMode="auto">
            <a:xfrm>
              <a:off x="1466850" y="0"/>
              <a:ext cx="3424238" cy="6848475"/>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9"/>
            <p:cNvSpPr/>
            <p:nvPr/>
          </p:nvSpPr>
          <p:spPr bwMode="auto">
            <a:xfrm>
              <a:off x="10264775" y="6519863"/>
              <a:ext cx="381000" cy="328613"/>
            </a:xfrm>
            <a:custGeom>
              <a:avLst/>
              <a:gdLst/>
              <a:ahLst/>
              <a:cxnLst/>
              <a:rect l="0" t="0" r="r" b="b"/>
              <a:pathLst>
                <a:path w="80" h="69">
                  <a:moveTo>
                    <a:pt x="0" y="69"/>
                  </a:moveTo>
                  <a:cubicBezTo>
                    <a:pt x="27" y="47"/>
                    <a:pt x="53" y="24"/>
                    <a:pt x="8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20"/>
            <p:cNvSpPr/>
            <p:nvPr/>
          </p:nvSpPr>
          <p:spPr bwMode="auto">
            <a:xfrm>
              <a:off x="1581150" y="0"/>
              <a:ext cx="2720975" cy="6848475"/>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21"/>
            <p:cNvSpPr/>
            <p:nvPr/>
          </p:nvSpPr>
          <p:spPr bwMode="auto">
            <a:xfrm>
              <a:off x="1243013" y="0"/>
              <a:ext cx="2949575" cy="6848475"/>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4" name="Freeform 22"/>
            <p:cNvSpPr/>
            <p:nvPr/>
          </p:nvSpPr>
          <p:spPr bwMode="auto">
            <a:xfrm>
              <a:off x="1524000" y="0"/>
              <a:ext cx="1446213" cy="2030413"/>
            </a:xfrm>
            <a:custGeom>
              <a:avLst/>
              <a:gdLst/>
              <a:ahLst/>
              <a:cxnLst/>
              <a:rect l="0" t="0" r="r" b="b"/>
              <a:pathLst>
                <a:path w="304" h="427">
                  <a:moveTo>
                    <a:pt x="304" y="0"/>
                  </a:moveTo>
                  <a:cubicBezTo>
                    <a:pt x="170" y="120"/>
                    <a:pt x="69" y="267"/>
                    <a:pt x="0" y="42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3"/>
            <p:cNvSpPr/>
            <p:nvPr/>
          </p:nvSpPr>
          <p:spPr bwMode="auto">
            <a:xfrm>
              <a:off x="1524000" y="9525"/>
              <a:ext cx="1246188" cy="1641475"/>
            </a:xfrm>
            <a:custGeom>
              <a:avLst/>
              <a:gdLst/>
              <a:ahLst/>
              <a:cxnLst/>
              <a:rect l="0" t="0" r="r" b="b"/>
              <a:pathLst>
                <a:path w="262" h="345">
                  <a:moveTo>
                    <a:pt x="262" y="0"/>
                  </a:moveTo>
                  <a:cubicBezTo>
                    <a:pt x="152" y="102"/>
                    <a:pt x="65" y="217"/>
                    <a:pt x="0" y="34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4"/>
            <p:cNvSpPr/>
            <p:nvPr/>
          </p:nvSpPr>
          <p:spPr bwMode="auto">
            <a:xfrm>
              <a:off x="1524000" y="0"/>
              <a:ext cx="1036638" cy="1212850"/>
            </a:xfrm>
            <a:custGeom>
              <a:avLst/>
              <a:gdLst/>
              <a:ahLst/>
              <a:cxnLst/>
              <a:rect l="0" t="0" r="r" b="b"/>
              <a:pathLst>
                <a:path w="218" h="255">
                  <a:moveTo>
                    <a:pt x="218" y="0"/>
                  </a:moveTo>
                  <a:cubicBezTo>
                    <a:pt x="137" y="77"/>
                    <a:pt x="62" y="162"/>
                    <a:pt x="0" y="25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0" name="Group 19"/>
          <p:cNvGrpSpPr/>
          <p:nvPr/>
        </p:nvGrpSpPr>
        <p:grpSpPr>
          <a:xfrm>
            <a:off x="1137920" y="3021493"/>
            <a:ext cx="5842759" cy="6169637"/>
            <a:chOff x="640080" y="1699589"/>
            <a:chExt cx="3286552" cy="3470421"/>
          </a:xfrm>
        </p:grpSpPr>
        <p:sp>
          <p:nvSpPr>
            <p:cNvPr id="21" name="Rectangle 20"/>
            <p:cNvSpPr/>
            <p:nvPr/>
          </p:nvSpPr>
          <p:spPr>
            <a:xfrm>
              <a:off x="644453" y="1699589"/>
              <a:ext cx="327780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Isosceles Triangle 22"/>
            <p:cNvSpPr/>
            <p:nvPr/>
          </p:nvSpPr>
          <p:spPr>
            <a:xfrm rot="10800000">
              <a:off x="2125363" y="48976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640080" y="2275661"/>
              <a:ext cx="32865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1289874" y="4177643"/>
            <a:ext cx="5532530" cy="4382137"/>
          </a:xfrm>
        </p:spPr>
        <p:txBody>
          <a:bodyPr/>
          <a:lstStyle>
            <a:lvl1pPr>
              <a:defRPr>
                <a:solidFill>
                  <a:srgbClr val="FFFEFF"/>
                </a:solidFill>
              </a:defRPr>
            </a:lvl1pPr>
          </a:lstStyle>
          <a:p>
            <a:r>
              <a:rPr lang="en-GB"/>
              <a:t>Click to edit Master title style</a:t>
            </a:r>
            <a:endParaRPr lang="en-US" dirty="0"/>
          </a:p>
        </p:txBody>
      </p:sp>
      <p:sp>
        <p:nvSpPr>
          <p:cNvPr id="3" name="Content Placeholder 2"/>
          <p:cNvSpPr>
            <a:spLocks noGrp="1"/>
          </p:cNvSpPr>
          <p:nvPr>
            <p:ph idx="1"/>
          </p:nvPr>
        </p:nvSpPr>
        <p:spPr>
          <a:xfrm>
            <a:off x="7850110" y="1427886"/>
            <a:ext cx="7273618" cy="9330884"/>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EA248A4-0EF5-9F4C-A5D9-28B41711222C}"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565F59-B5F0-0948-A4F1-63E2C4E155AD}" type="slidenum">
              <a:rPr lang="en-US" smtClean="0"/>
              <a:t>‹#›</a:t>
            </a:fld>
            <a:endParaRPr lang="en-US"/>
          </a:p>
        </p:txBody>
      </p:sp>
    </p:spTree>
    <p:extLst>
      <p:ext uri="{BB962C8B-B14F-4D97-AF65-F5344CB8AC3E}">
        <p14:creationId xmlns:p14="http://schemas.microsoft.com/office/powerpoint/2010/main" val="30136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4" name="Group 773"/>
          <p:cNvGrpSpPr/>
          <p:nvPr/>
        </p:nvGrpSpPr>
        <p:grpSpPr>
          <a:xfrm>
            <a:off x="1" y="0"/>
            <a:ext cx="16986956" cy="12183534"/>
            <a:chOff x="1524000" y="0"/>
            <a:chExt cx="9555163" cy="6853238"/>
          </a:xfrm>
        </p:grpSpPr>
        <p:sp>
          <p:nvSpPr>
            <p:cNvPr id="775" name="Freeform 6"/>
            <p:cNvSpPr/>
            <p:nvPr/>
          </p:nvSpPr>
          <p:spPr bwMode="auto">
            <a:xfrm>
              <a:off x="1524000" y="1331913"/>
              <a:ext cx="7837488" cy="5521325"/>
            </a:xfrm>
            <a:custGeom>
              <a:avLst/>
              <a:gdLst/>
              <a:ahLst/>
              <a:cxnLst/>
              <a:rect l="0" t="0" r="r" b="b"/>
              <a:pathLst>
                <a:path w="1648" h="1161">
                  <a:moveTo>
                    <a:pt x="1362" y="1161"/>
                  </a:moveTo>
                  <a:cubicBezTo>
                    <a:pt x="1648" y="920"/>
                    <a:pt x="1283" y="505"/>
                    <a:pt x="1097" y="326"/>
                  </a:cubicBezTo>
                  <a:cubicBezTo>
                    <a:pt x="926" y="162"/>
                    <a:pt x="709" y="35"/>
                    <a:pt x="470" y="14"/>
                  </a:cubicBezTo>
                  <a:cubicBezTo>
                    <a:pt x="315" y="0"/>
                    <a:pt x="142" y="49"/>
                    <a:pt x="0" y="138"/>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6" name="Freeform 7"/>
            <p:cNvSpPr/>
            <p:nvPr/>
          </p:nvSpPr>
          <p:spPr bwMode="auto">
            <a:xfrm>
              <a:off x="1524000" y="5564188"/>
              <a:ext cx="1412875" cy="1284288"/>
            </a:xfrm>
            <a:custGeom>
              <a:avLst/>
              <a:gdLst/>
              <a:ahLst/>
              <a:cxnLst/>
              <a:rect l="0" t="0" r="r" b="b"/>
              <a:pathLst>
                <a:path w="297" h="270">
                  <a:moveTo>
                    <a:pt x="0" y="0"/>
                  </a:moveTo>
                  <a:cubicBezTo>
                    <a:pt x="73" y="119"/>
                    <a:pt x="186" y="220"/>
                    <a:pt x="297" y="27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7" name="Freeform 8"/>
            <p:cNvSpPr/>
            <p:nvPr/>
          </p:nvSpPr>
          <p:spPr bwMode="auto">
            <a:xfrm>
              <a:off x="1524000" y="2030413"/>
              <a:ext cx="6510338" cy="4813300"/>
            </a:xfrm>
            <a:custGeom>
              <a:avLst/>
              <a:gdLst/>
              <a:ahLst/>
              <a:cxnLst/>
              <a:rect l="0" t="0" r="r" b="b"/>
              <a:pathLst>
                <a:path w="1369" h="1012">
                  <a:moveTo>
                    <a:pt x="845" y="1012"/>
                  </a:moveTo>
                  <a:cubicBezTo>
                    <a:pt x="1043" y="967"/>
                    <a:pt x="1369" y="853"/>
                    <a:pt x="1263" y="588"/>
                  </a:cubicBezTo>
                  <a:cubicBezTo>
                    <a:pt x="1164" y="340"/>
                    <a:pt x="861" y="107"/>
                    <a:pt x="602" y="49"/>
                  </a:cubicBezTo>
                  <a:cubicBezTo>
                    <a:pt x="383" y="0"/>
                    <a:pt x="135" y="97"/>
                    <a:pt x="0" y="28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8" name="Freeform 9"/>
            <p:cNvSpPr/>
            <p:nvPr/>
          </p:nvSpPr>
          <p:spPr bwMode="auto">
            <a:xfrm>
              <a:off x="1528763" y="6207125"/>
              <a:ext cx="717550" cy="646113"/>
            </a:xfrm>
            <a:custGeom>
              <a:avLst/>
              <a:gdLst/>
              <a:ahLst/>
              <a:cxnLst/>
              <a:rect l="0" t="0" r="r" b="b"/>
              <a:pathLst>
                <a:path w="151" h="136">
                  <a:moveTo>
                    <a:pt x="0" y="0"/>
                  </a:moveTo>
                  <a:cubicBezTo>
                    <a:pt x="45" y="52"/>
                    <a:pt x="97" y="99"/>
                    <a:pt x="151" y="13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79" name="Freeform 10"/>
            <p:cNvSpPr/>
            <p:nvPr/>
          </p:nvSpPr>
          <p:spPr bwMode="auto">
            <a:xfrm>
              <a:off x="1524000" y="1806575"/>
              <a:ext cx="6753225" cy="5046663"/>
            </a:xfrm>
            <a:custGeom>
              <a:avLst/>
              <a:gdLst/>
              <a:ahLst/>
              <a:cxnLst/>
              <a:rect l="0" t="0" r="r" b="b"/>
              <a:pathLst>
                <a:path w="1420" h="1061">
                  <a:moveTo>
                    <a:pt x="1034" y="1061"/>
                  </a:moveTo>
                  <a:cubicBezTo>
                    <a:pt x="1148" y="1019"/>
                    <a:pt x="1283" y="957"/>
                    <a:pt x="1345" y="845"/>
                  </a:cubicBezTo>
                  <a:cubicBezTo>
                    <a:pt x="1420" y="710"/>
                    <a:pt x="1338" y="570"/>
                    <a:pt x="1249" y="466"/>
                  </a:cubicBezTo>
                  <a:cubicBezTo>
                    <a:pt x="1068" y="253"/>
                    <a:pt x="816" y="57"/>
                    <a:pt x="530" y="23"/>
                  </a:cubicBezTo>
                  <a:cubicBezTo>
                    <a:pt x="336" y="0"/>
                    <a:pt x="140" y="87"/>
                    <a:pt x="0" y="22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80" name="Freeform 11"/>
            <p:cNvSpPr/>
            <p:nvPr/>
          </p:nvSpPr>
          <p:spPr bwMode="auto">
            <a:xfrm>
              <a:off x="1524000" y="669925"/>
              <a:ext cx="8797925" cy="6183313"/>
            </a:xfrm>
            <a:custGeom>
              <a:avLst/>
              <a:gdLst/>
              <a:ahLst/>
              <a:cxnLst/>
              <a:rect l="0" t="0" r="r" b="b"/>
              <a:pathLst>
                <a:path w="1850" h="1300">
                  <a:moveTo>
                    <a:pt x="1552" y="1300"/>
                  </a:moveTo>
                  <a:cubicBezTo>
                    <a:pt x="1850" y="1019"/>
                    <a:pt x="1504" y="652"/>
                    <a:pt x="1288" y="447"/>
                  </a:cubicBezTo>
                  <a:cubicBezTo>
                    <a:pt x="1085" y="255"/>
                    <a:pt x="838" y="90"/>
                    <a:pt x="559" y="37"/>
                  </a:cubicBezTo>
                  <a:cubicBezTo>
                    <a:pt x="364" y="0"/>
                    <a:pt x="171" y="40"/>
                    <a:pt x="0" y="131"/>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1" name="Freeform 12"/>
            <p:cNvSpPr/>
            <p:nvPr/>
          </p:nvSpPr>
          <p:spPr bwMode="auto">
            <a:xfrm>
              <a:off x="1524000" y="119063"/>
              <a:ext cx="9555163" cy="6734175"/>
            </a:xfrm>
            <a:custGeom>
              <a:avLst/>
              <a:gdLst/>
              <a:ahLst/>
              <a:cxnLst/>
              <a:rect l="0" t="0" r="r" b="b"/>
              <a:pathLst>
                <a:path w="2009" h="1416">
                  <a:moveTo>
                    <a:pt x="1725" y="1416"/>
                  </a:moveTo>
                  <a:cubicBezTo>
                    <a:pt x="2009" y="1117"/>
                    <a:pt x="1728" y="785"/>
                    <a:pt x="1492" y="565"/>
                  </a:cubicBezTo>
                  <a:cubicBezTo>
                    <a:pt x="1248" y="339"/>
                    <a:pt x="961" y="143"/>
                    <a:pt x="635" y="61"/>
                  </a:cubicBezTo>
                  <a:cubicBezTo>
                    <a:pt x="392" y="0"/>
                    <a:pt x="190" y="18"/>
                    <a:pt x="0" y="10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2" name="Freeform 13"/>
            <p:cNvSpPr/>
            <p:nvPr/>
          </p:nvSpPr>
          <p:spPr bwMode="auto">
            <a:xfrm>
              <a:off x="5419725" y="4763"/>
              <a:ext cx="5216525" cy="5368925"/>
            </a:xfrm>
            <a:custGeom>
              <a:avLst/>
              <a:gdLst/>
              <a:ahLst/>
              <a:cxnLst/>
              <a:rect l="0" t="0" r="r" b="b"/>
              <a:pathLst>
                <a:path w="1097" h="1129">
                  <a:moveTo>
                    <a:pt x="1097" y="1129"/>
                  </a:moveTo>
                  <a:cubicBezTo>
                    <a:pt x="1031" y="909"/>
                    <a:pt x="843" y="701"/>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3" name="Freeform 15"/>
            <p:cNvSpPr/>
            <p:nvPr/>
          </p:nvSpPr>
          <p:spPr bwMode="auto">
            <a:xfrm>
              <a:off x="5813425" y="4763"/>
              <a:ext cx="4832350" cy="4822825"/>
            </a:xfrm>
            <a:custGeom>
              <a:avLst/>
              <a:gdLst/>
              <a:ahLst/>
              <a:cxnLst/>
              <a:rect l="0" t="0" r="r" b="b"/>
              <a:pathLst>
                <a:path w="1016" h="1014">
                  <a:moveTo>
                    <a:pt x="1016" y="1014"/>
                  </a:moveTo>
                  <a:cubicBezTo>
                    <a:pt x="934" y="849"/>
                    <a:pt x="802" y="6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84" name="Freeform 16"/>
            <p:cNvSpPr/>
            <p:nvPr/>
          </p:nvSpPr>
          <p:spPr bwMode="auto">
            <a:xfrm>
              <a:off x="6003925" y="4763"/>
              <a:ext cx="4641850" cy="4598988"/>
            </a:xfrm>
            <a:custGeom>
              <a:avLst/>
              <a:gdLst/>
              <a:ahLst/>
              <a:cxnLst/>
              <a:rect l="0" t="0" r="r" b="b"/>
              <a:pathLst>
                <a:path w="976" h="967">
                  <a:moveTo>
                    <a:pt x="976" y="967"/>
                  </a:moveTo>
                  <a:cubicBezTo>
                    <a:pt x="894" y="822"/>
                    <a:pt x="779" y="689"/>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785" name="Freeform 17"/>
            <p:cNvSpPr/>
            <p:nvPr/>
          </p:nvSpPr>
          <p:spPr bwMode="auto">
            <a:xfrm>
              <a:off x="6203950" y="0"/>
              <a:ext cx="4441825" cy="4237038"/>
            </a:xfrm>
            <a:custGeom>
              <a:avLst/>
              <a:gdLst/>
              <a:ahLst/>
              <a:cxnLst/>
              <a:rect l="0" t="0" r="r" b="b"/>
              <a:pathLst>
                <a:path w="934" h="891">
                  <a:moveTo>
                    <a:pt x="934" y="891"/>
                  </a:moveTo>
                  <a:cubicBezTo>
                    <a:pt x="863" y="783"/>
                    <a:pt x="778" y="684"/>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6" name="Freeform 18"/>
            <p:cNvSpPr/>
            <p:nvPr/>
          </p:nvSpPr>
          <p:spPr bwMode="auto">
            <a:xfrm>
              <a:off x="6456363" y="4763"/>
              <a:ext cx="4179888" cy="3986213"/>
            </a:xfrm>
            <a:custGeom>
              <a:avLst/>
              <a:gdLst/>
              <a:ahLst/>
              <a:cxnLst/>
              <a:rect l="0" t="0" r="r" b="b"/>
              <a:pathLst>
                <a:path w="879" h="838">
                  <a:moveTo>
                    <a:pt x="879" y="838"/>
                  </a:moveTo>
                  <a:cubicBezTo>
                    <a:pt x="821" y="755"/>
                    <a:pt x="756" y="679"/>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7" name="Freeform 19"/>
            <p:cNvSpPr/>
            <p:nvPr/>
          </p:nvSpPr>
          <p:spPr bwMode="auto">
            <a:xfrm>
              <a:off x="6869113" y="4763"/>
              <a:ext cx="3776663" cy="3838575"/>
            </a:xfrm>
            <a:custGeom>
              <a:avLst/>
              <a:gdLst/>
              <a:ahLst/>
              <a:cxnLst/>
              <a:rect l="0" t="0" r="r" b="b"/>
              <a:pathLst>
                <a:path w="794" h="807">
                  <a:moveTo>
                    <a:pt x="794" y="807"/>
                  </a:moveTo>
                  <a:cubicBezTo>
                    <a:pt x="745" y="739"/>
                    <a:pt x="695" y="676"/>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8" name="Freeform 20"/>
            <p:cNvSpPr/>
            <p:nvPr/>
          </p:nvSpPr>
          <p:spPr bwMode="auto">
            <a:xfrm>
              <a:off x="8758238" y="4763"/>
              <a:ext cx="1887538" cy="1355725"/>
            </a:xfrm>
            <a:custGeom>
              <a:avLst/>
              <a:gdLst/>
              <a:ahLst/>
              <a:cxnLst/>
              <a:rect l="0" t="0" r="r" b="b"/>
              <a:pathLst>
                <a:path w="397" h="285">
                  <a:moveTo>
                    <a:pt x="397" y="285"/>
                  </a:moveTo>
                  <a:cubicBezTo>
                    <a:pt x="270" y="182"/>
                    <a:pt x="138" y="8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9" name="Freeform 21"/>
            <p:cNvSpPr/>
            <p:nvPr/>
          </p:nvSpPr>
          <p:spPr bwMode="auto">
            <a:xfrm>
              <a:off x="9223375" y="9525"/>
              <a:ext cx="1422400" cy="1108075"/>
            </a:xfrm>
            <a:custGeom>
              <a:avLst/>
              <a:gdLst/>
              <a:ahLst/>
              <a:cxnLst/>
              <a:rect l="0" t="0" r="r" b="b"/>
              <a:pathLst>
                <a:path w="299" h="233">
                  <a:moveTo>
                    <a:pt x="299" y="233"/>
                  </a:moveTo>
                  <a:cubicBezTo>
                    <a:pt x="197" y="145"/>
                    <a:pt x="97" y="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0" name="Freeform 22"/>
            <p:cNvSpPr/>
            <p:nvPr/>
          </p:nvSpPr>
          <p:spPr bwMode="auto">
            <a:xfrm>
              <a:off x="10009188" y="4763"/>
              <a:ext cx="636588" cy="361950"/>
            </a:xfrm>
            <a:custGeom>
              <a:avLst/>
              <a:gdLst/>
              <a:ahLst/>
              <a:cxnLst/>
              <a:rect l="0" t="0" r="r" b="b"/>
              <a:pathLst>
                <a:path w="134" h="76">
                  <a:moveTo>
                    <a:pt x="0" y="0"/>
                  </a:moveTo>
                  <a:cubicBezTo>
                    <a:pt x="45" y="25"/>
                    <a:pt x="89" y="50"/>
                    <a:pt x="134" y="7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 name="Group 6"/>
          <p:cNvGrpSpPr/>
          <p:nvPr/>
        </p:nvGrpSpPr>
        <p:grpSpPr>
          <a:xfrm>
            <a:off x="4272846" y="2060270"/>
            <a:ext cx="7675883" cy="8067228"/>
            <a:chOff x="2403476" y="1158902"/>
            <a:chExt cx="4317684" cy="4537816"/>
          </a:xfrm>
        </p:grpSpPr>
        <p:sp>
          <p:nvSpPr>
            <p:cNvPr id="28" name="Rectangle 27"/>
            <p:cNvSpPr/>
            <p:nvPr/>
          </p:nvSpPr>
          <p:spPr>
            <a:xfrm>
              <a:off x="2403476" y="1158902"/>
              <a:ext cx="4317684"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2403476" y="1963574"/>
              <a:ext cx="4317684" cy="33844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3" name="Isosceles Triangle 28"/>
            <p:cNvSpPr/>
            <p:nvPr/>
          </p:nvSpPr>
          <p:spPr>
            <a:xfrm rot="10800000">
              <a:off x="4358702" y="5345655"/>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4407374" y="3606803"/>
            <a:ext cx="7400804" cy="3079954"/>
          </a:xfrm>
        </p:spPr>
        <p:txBody>
          <a:bodyPr bIns="0" anchor="b">
            <a:normAutofit/>
          </a:bodyPr>
          <a:lstStyle>
            <a:lvl1pPr algn="ctr">
              <a:defRPr sz="6400">
                <a:solidFill>
                  <a:srgbClr val="FFFEFF"/>
                </a:solidFill>
              </a:defRPr>
            </a:lvl1pPr>
          </a:lstStyle>
          <a:p>
            <a:r>
              <a:rPr lang="en-GB"/>
              <a:t>Click to edit Master title style</a:t>
            </a:r>
            <a:endParaRPr lang="en-US" dirty="0"/>
          </a:p>
        </p:txBody>
      </p:sp>
      <p:sp>
        <p:nvSpPr>
          <p:cNvPr id="3" name="Text Placeholder 2"/>
          <p:cNvSpPr>
            <a:spLocks noGrp="1"/>
          </p:cNvSpPr>
          <p:nvPr>
            <p:ph type="body" idx="1"/>
          </p:nvPr>
        </p:nvSpPr>
        <p:spPr>
          <a:xfrm>
            <a:off x="4407374" y="6832602"/>
            <a:ext cx="7400804" cy="2535284"/>
          </a:xfrm>
        </p:spPr>
        <p:txBody>
          <a:bodyPr tIns="0">
            <a:normAutofit/>
          </a:bodyPr>
          <a:lstStyle>
            <a:lvl1pPr marL="0" indent="0" algn="ctr">
              <a:buNone/>
              <a:defRPr sz="2844">
                <a:solidFill>
                  <a:srgbClr val="FFFEFF"/>
                </a:solidFill>
              </a:defRPr>
            </a:lvl1pPr>
            <a:lvl2pPr marL="609608" indent="0">
              <a:buNone/>
              <a:defRPr sz="2667">
                <a:solidFill>
                  <a:schemeClr val="tx1">
                    <a:tint val="75000"/>
                  </a:schemeClr>
                </a:solidFill>
              </a:defRPr>
            </a:lvl2pPr>
            <a:lvl3pPr marL="1219215" indent="0">
              <a:buNone/>
              <a:defRPr sz="2400">
                <a:solidFill>
                  <a:schemeClr val="tx1">
                    <a:tint val="75000"/>
                  </a:schemeClr>
                </a:solidFill>
              </a:defRPr>
            </a:lvl3pPr>
            <a:lvl4pPr marL="1828823" indent="0">
              <a:buNone/>
              <a:defRPr sz="2133">
                <a:solidFill>
                  <a:schemeClr val="tx1">
                    <a:tint val="75000"/>
                  </a:schemeClr>
                </a:solidFill>
              </a:defRPr>
            </a:lvl4pPr>
            <a:lvl5pPr marL="2438430" indent="0">
              <a:buNone/>
              <a:defRPr sz="2133">
                <a:solidFill>
                  <a:schemeClr val="tx1">
                    <a:tint val="75000"/>
                  </a:schemeClr>
                </a:solidFill>
              </a:defRPr>
            </a:lvl5pPr>
            <a:lvl6pPr marL="3048038" indent="0">
              <a:buNone/>
              <a:defRPr sz="2133">
                <a:solidFill>
                  <a:schemeClr val="tx1">
                    <a:tint val="75000"/>
                  </a:schemeClr>
                </a:solidFill>
              </a:defRPr>
            </a:lvl6pPr>
            <a:lvl7pPr marL="3657646" indent="0">
              <a:buNone/>
              <a:defRPr sz="2133">
                <a:solidFill>
                  <a:schemeClr val="tx1">
                    <a:tint val="75000"/>
                  </a:schemeClr>
                </a:solidFill>
              </a:defRPr>
            </a:lvl7pPr>
            <a:lvl8pPr marL="4267253" indent="0">
              <a:buNone/>
              <a:defRPr sz="2133">
                <a:solidFill>
                  <a:schemeClr val="tx1">
                    <a:tint val="75000"/>
                  </a:schemeClr>
                </a:solidFill>
              </a:defRPr>
            </a:lvl8pPr>
            <a:lvl9pPr marL="4876861" indent="0">
              <a:buNone/>
              <a:defRPr sz="2133">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1137920" y="568960"/>
            <a:ext cx="4876800" cy="568960"/>
          </a:xfrm>
        </p:spPr>
        <p:txBody>
          <a:bodyPr/>
          <a:lstStyle/>
          <a:p>
            <a:fld id="{9EA248A4-0EF5-9F4C-A5D9-28B41711222C}" type="datetimeFigureOut">
              <a:rPr lang="en-US" smtClean="0"/>
              <a:t>4/27/26</a:t>
            </a:fld>
            <a:endParaRPr lang="en-US"/>
          </a:p>
        </p:txBody>
      </p:sp>
      <p:sp>
        <p:nvSpPr>
          <p:cNvPr id="5" name="Footer Placeholder 4"/>
          <p:cNvSpPr>
            <a:spLocks noGrp="1"/>
          </p:cNvSpPr>
          <p:nvPr>
            <p:ph type="ftr" sz="quarter" idx="11"/>
          </p:nvPr>
        </p:nvSpPr>
        <p:spPr>
          <a:xfrm>
            <a:off x="1137920" y="11070336"/>
            <a:ext cx="13963904" cy="56896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3882624" y="568960"/>
            <a:ext cx="1219200" cy="568960"/>
          </a:xfrm>
        </p:spPr>
        <p:txBody>
          <a:bodyPr/>
          <a:lstStyle/>
          <a:p>
            <a:fld id="{2B565F59-B5F0-0948-A4F1-63E2C4E155AD}" type="slidenum">
              <a:rPr lang="en-US" smtClean="0"/>
              <a:t>‹#›</a:t>
            </a:fld>
            <a:endParaRPr lang="en-US"/>
          </a:p>
        </p:txBody>
      </p:sp>
    </p:spTree>
    <p:extLst>
      <p:ext uri="{BB962C8B-B14F-4D97-AF65-F5344CB8AC3E}">
        <p14:creationId xmlns:p14="http://schemas.microsoft.com/office/powerpoint/2010/main" val="2783193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41" name="Group 40"/>
          <p:cNvGrpSpPr/>
          <p:nvPr/>
        </p:nvGrpSpPr>
        <p:grpSpPr>
          <a:xfrm>
            <a:off x="-508845" y="1"/>
            <a:ext cx="16749794" cy="12192002"/>
            <a:chOff x="1243013" y="0"/>
            <a:chExt cx="9402763" cy="6858001"/>
          </a:xfrm>
        </p:grpSpPr>
        <p:sp>
          <p:nvSpPr>
            <p:cNvPr id="42" name="Freeform 5"/>
            <p:cNvSpPr/>
            <p:nvPr/>
          </p:nvSpPr>
          <p:spPr bwMode="auto">
            <a:xfrm>
              <a:off x="2289175" y="0"/>
              <a:ext cx="3867150" cy="6848475"/>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6"/>
            <p:cNvSpPr/>
            <p:nvPr/>
          </p:nvSpPr>
          <p:spPr bwMode="auto">
            <a:xfrm>
              <a:off x="9604375" y="9525"/>
              <a:ext cx="1041400" cy="328613"/>
            </a:xfrm>
            <a:custGeom>
              <a:avLst/>
              <a:gdLst/>
              <a:ahLst/>
              <a:cxnLst/>
              <a:rect l="0" t="0" r="r" b="b"/>
              <a:pathLst>
                <a:path w="219" h="69">
                  <a:moveTo>
                    <a:pt x="219" y="69"/>
                  </a:moveTo>
                  <a:cubicBezTo>
                    <a:pt x="147" y="41"/>
                    <a:pt x="71" y="1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 name="Freeform 7"/>
            <p:cNvSpPr/>
            <p:nvPr/>
          </p:nvSpPr>
          <p:spPr bwMode="auto">
            <a:xfrm>
              <a:off x="9223375" y="5578475"/>
              <a:ext cx="1422400" cy="1270000"/>
            </a:xfrm>
            <a:custGeom>
              <a:avLst/>
              <a:gdLst/>
              <a:ahLst/>
              <a:cxnLst/>
              <a:rect l="0" t="0" r="r" b="b"/>
              <a:pathLst>
                <a:path w="299" h="267">
                  <a:moveTo>
                    <a:pt x="0" y="267"/>
                  </a:moveTo>
                  <a:cubicBezTo>
                    <a:pt x="105" y="186"/>
                    <a:pt x="206" y="96"/>
                    <a:pt x="299"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8"/>
            <p:cNvSpPr/>
            <p:nvPr/>
          </p:nvSpPr>
          <p:spPr bwMode="auto">
            <a:xfrm>
              <a:off x="2103438" y="0"/>
              <a:ext cx="3681413" cy="6848475"/>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9"/>
            <p:cNvSpPr/>
            <p:nvPr/>
          </p:nvSpPr>
          <p:spPr bwMode="auto">
            <a:xfrm>
              <a:off x="10179050" y="9525"/>
              <a:ext cx="466725" cy="157163"/>
            </a:xfrm>
            <a:custGeom>
              <a:avLst/>
              <a:gdLst/>
              <a:ahLst/>
              <a:cxnLst/>
              <a:rect l="0" t="0" r="r" b="b"/>
              <a:pathLst>
                <a:path w="98" h="33">
                  <a:moveTo>
                    <a:pt x="98" y="33"/>
                  </a:moveTo>
                  <a:cubicBezTo>
                    <a:pt x="65" y="21"/>
                    <a:pt x="33" y="10"/>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7" name="Freeform 10"/>
            <p:cNvSpPr/>
            <p:nvPr/>
          </p:nvSpPr>
          <p:spPr bwMode="auto">
            <a:xfrm>
              <a:off x="9471025" y="5811838"/>
              <a:ext cx="1174750" cy="1046163"/>
            </a:xfrm>
            <a:custGeom>
              <a:avLst/>
              <a:gdLst/>
              <a:ahLst/>
              <a:cxnLst/>
              <a:rect l="0" t="0" r="r" b="b"/>
              <a:pathLst>
                <a:path w="247" h="220">
                  <a:moveTo>
                    <a:pt x="0" y="220"/>
                  </a:moveTo>
                  <a:cubicBezTo>
                    <a:pt x="86" y="152"/>
                    <a:pt x="169" y="78"/>
                    <a:pt x="247"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8" name="Freeform 11"/>
            <p:cNvSpPr/>
            <p:nvPr/>
          </p:nvSpPr>
          <p:spPr bwMode="auto">
            <a:xfrm>
              <a:off x="1985963" y="0"/>
              <a:ext cx="3622675" cy="6848475"/>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2"/>
            <p:cNvSpPr/>
            <p:nvPr/>
          </p:nvSpPr>
          <p:spPr bwMode="auto">
            <a:xfrm>
              <a:off x="10479088" y="9525"/>
              <a:ext cx="166688" cy="57150"/>
            </a:xfrm>
            <a:custGeom>
              <a:avLst/>
              <a:gdLst/>
              <a:ahLst/>
              <a:cxnLst/>
              <a:rect l="0" t="0" r="r" b="b"/>
              <a:pathLst>
                <a:path w="35" h="12">
                  <a:moveTo>
                    <a:pt x="35" y="12"/>
                  </a:moveTo>
                  <a:cubicBezTo>
                    <a:pt x="23" y="8"/>
                    <a:pt x="12" y="4"/>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3"/>
            <p:cNvSpPr/>
            <p:nvPr/>
          </p:nvSpPr>
          <p:spPr bwMode="auto">
            <a:xfrm>
              <a:off x="9618663" y="5940425"/>
              <a:ext cx="1027113" cy="908050"/>
            </a:xfrm>
            <a:custGeom>
              <a:avLst/>
              <a:gdLst/>
              <a:ahLst/>
              <a:cxnLst/>
              <a:rect l="0" t="0" r="r" b="b"/>
              <a:pathLst>
                <a:path w="216" h="191">
                  <a:moveTo>
                    <a:pt x="0" y="191"/>
                  </a:moveTo>
                  <a:cubicBezTo>
                    <a:pt x="75" y="131"/>
                    <a:pt x="147" y="67"/>
                    <a:pt x="216"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4"/>
            <p:cNvSpPr/>
            <p:nvPr/>
          </p:nvSpPr>
          <p:spPr bwMode="auto">
            <a:xfrm>
              <a:off x="1985963" y="0"/>
              <a:ext cx="3248025" cy="6848475"/>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5"/>
            <p:cNvSpPr/>
            <p:nvPr/>
          </p:nvSpPr>
          <p:spPr bwMode="auto">
            <a:xfrm>
              <a:off x="9780588" y="6054725"/>
              <a:ext cx="865188" cy="793750"/>
            </a:xfrm>
            <a:custGeom>
              <a:avLst/>
              <a:gdLst/>
              <a:ahLst/>
              <a:cxnLst/>
              <a:rect l="0" t="0" r="r" b="b"/>
              <a:pathLst>
                <a:path w="182" h="167">
                  <a:moveTo>
                    <a:pt x="0" y="167"/>
                  </a:moveTo>
                  <a:cubicBezTo>
                    <a:pt x="63" y="114"/>
                    <a:pt x="123" y="58"/>
                    <a:pt x="182"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6"/>
            <p:cNvSpPr/>
            <p:nvPr/>
          </p:nvSpPr>
          <p:spPr bwMode="auto">
            <a:xfrm>
              <a:off x="1871663" y="0"/>
              <a:ext cx="3233738" cy="6848475"/>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7"/>
            <p:cNvSpPr/>
            <p:nvPr/>
          </p:nvSpPr>
          <p:spPr bwMode="auto">
            <a:xfrm>
              <a:off x="9956800" y="6216650"/>
              <a:ext cx="688975" cy="631825"/>
            </a:xfrm>
            <a:custGeom>
              <a:avLst/>
              <a:gdLst/>
              <a:ahLst/>
              <a:cxnLst/>
              <a:rect l="0" t="0" r="r" b="b"/>
              <a:pathLst>
                <a:path w="145" h="133">
                  <a:moveTo>
                    <a:pt x="0" y="133"/>
                  </a:moveTo>
                  <a:cubicBezTo>
                    <a:pt x="50" y="90"/>
                    <a:pt x="98" y="46"/>
                    <a:pt x="14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18"/>
            <p:cNvSpPr/>
            <p:nvPr/>
          </p:nvSpPr>
          <p:spPr bwMode="auto">
            <a:xfrm>
              <a:off x="1466850" y="0"/>
              <a:ext cx="3424238" cy="6848475"/>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19"/>
            <p:cNvSpPr/>
            <p:nvPr/>
          </p:nvSpPr>
          <p:spPr bwMode="auto">
            <a:xfrm>
              <a:off x="10264775" y="6519863"/>
              <a:ext cx="381000" cy="328613"/>
            </a:xfrm>
            <a:custGeom>
              <a:avLst/>
              <a:gdLst/>
              <a:ahLst/>
              <a:cxnLst/>
              <a:rect l="0" t="0" r="r" b="b"/>
              <a:pathLst>
                <a:path w="80" h="69">
                  <a:moveTo>
                    <a:pt x="0" y="69"/>
                  </a:moveTo>
                  <a:cubicBezTo>
                    <a:pt x="27" y="47"/>
                    <a:pt x="53" y="24"/>
                    <a:pt x="8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0"/>
            <p:cNvSpPr/>
            <p:nvPr/>
          </p:nvSpPr>
          <p:spPr bwMode="auto">
            <a:xfrm>
              <a:off x="1581150" y="0"/>
              <a:ext cx="2720975" cy="6848475"/>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8" name="Freeform 21"/>
            <p:cNvSpPr/>
            <p:nvPr/>
          </p:nvSpPr>
          <p:spPr bwMode="auto">
            <a:xfrm>
              <a:off x="1243013" y="0"/>
              <a:ext cx="2949575" cy="6848475"/>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9" name="Freeform 22"/>
            <p:cNvSpPr/>
            <p:nvPr/>
          </p:nvSpPr>
          <p:spPr bwMode="auto">
            <a:xfrm>
              <a:off x="1524000" y="0"/>
              <a:ext cx="1446213" cy="2030413"/>
            </a:xfrm>
            <a:custGeom>
              <a:avLst/>
              <a:gdLst/>
              <a:ahLst/>
              <a:cxnLst/>
              <a:rect l="0" t="0" r="r" b="b"/>
              <a:pathLst>
                <a:path w="304" h="427">
                  <a:moveTo>
                    <a:pt x="304" y="0"/>
                  </a:moveTo>
                  <a:cubicBezTo>
                    <a:pt x="170" y="120"/>
                    <a:pt x="69" y="267"/>
                    <a:pt x="0" y="42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3"/>
            <p:cNvSpPr/>
            <p:nvPr/>
          </p:nvSpPr>
          <p:spPr bwMode="auto">
            <a:xfrm>
              <a:off x="1524000" y="9525"/>
              <a:ext cx="1246188" cy="1641475"/>
            </a:xfrm>
            <a:custGeom>
              <a:avLst/>
              <a:gdLst/>
              <a:ahLst/>
              <a:cxnLst/>
              <a:rect l="0" t="0" r="r" b="b"/>
              <a:pathLst>
                <a:path w="262" h="345">
                  <a:moveTo>
                    <a:pt x="262" y="0"/>
                  </a:moveTo>
                  <a:cubicBezTo>
                    <a:pt x="152" y="102"/>
                    <a:pt x="65" y="217"/>
                    <a:pt x="0" y="34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1" name="Freeform 24"/>
            <p:cNvSpPr/>
            <p:nvPr/>
          </p:nvSpPr>
          <p:spPr bwMode="auto">
            <a:xfrm>
              <a:off x="1524000" y="0"/>
              <a:ext cx="1036638" cy="1212850"/>
            </a:xfrm>
            <a:custGeom>
              <a:avLst/>
              <a:gdLst/>
              <a:ahLst/>
              <a:cxnLst/>
              <a:rect l="0" t="0" r="r" b="b"/>
              <a:pathLst>
                <a:path w="218" h="255">
                  <a:moveTo>
                    <a:pt x="218" y="0"/>
                  </a:moveTo>
                  <a:cubicBezTo>
                    <a:pt x="137" y="77"/>
                    <a:pt x="62" y="162"/>
                    <a:pt x="0" y="25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2" name="Group 61"/>
          <p:cNvGrpSpPr/>
          <p:nvPr/>
        </p:nvGrpSpPr>
        <p:grpSpPr>
          <a:xfrm>
            <a:off x="1137920" y="3021493"/>
            <a:ext cx="5842759" cy="6169637"/>
            <a:chOff x="640080" y="1699589"/>
            <a:chExt cx="3286552" cy="3470421"/>
          </a:xfrm>
        </p:grpSpPr>
        <p:sp>
          <p:nvSpPr>
            <p:cNvPr id="63" name="Rectangle 62"/>
            <p:cNvSpPr/>
            <p:nvPr/>
          </p:nvSpPr>
          <p:spPr>
            <a:xfrm>
              <a:off x="644453" y="1699589"/>
              <a:ext cx="327780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Isosceles Triangle 22"/>
            <p:cNvSpPr/>
            <p:nvPr/>
          </p:nvSpPr>
          <p:spPr>
            <a:xfrm rot="10800000">
              <a:off x="2125363" y="48976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 name="Rectangle 64"/>
            <p:cNvSpPr/>
            <p:nvPr/>
          </p:nvSpPr>
          <p:spPr>
            <a:xfrm>
              <a:off x="640080" y="2275661"/>
              <a:ext cx="32865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1279916" y="4186788"/>
            <a:ext cx="5550512" cy="4372992"/>
          </a:xfrm>
        </p:spPr>
        <p:txBody>
          <a:bodyPr lIns="91440" tIns="91440" rIns="91440" bIns="91440"/>
          <a:lstStyle>
            <a:lvl1pPr>
              <a:defRPr>
                <a:solidFill>
                  <a:srgbClr val="FFFEFF"/>
                </a:solidFill>
              </a:defRPr>
            </a:lvl1pPr>
          </a:lstStyle>
          <a:p>
            <a:r>
              <a:rPr lang="en-GB"/>
              <a:t>Click to edit Master title style</a:t>
            </a:r>
            <a:endParaRPr lang="en-US" dirty="0"/>
          </a:p>
        </p:txBody>
      </p:sp>
      <p:sp>
        <p:nvSpPr>
          <p:cNvPr id="3" name="Content Placeholder 2"/>
          <p:cNvSpPr>
            <a:spLocks noGrp="1"/>
          </p:cNvSpPr>
          <p:nvPr>
            <p:ph sz="half" idx="1"/>
          </p:nvPr>
        </p:nvSpPr>
        <p:spPr>
          <a:xfrm>
            <a:off x="7863136" y="1429385"/>
            <a:ext cx="7274087" cy="437216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7858281" y="6373518"/>
            <a:ext cx="7278940" cy="43922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a:xfrm>
            <a:off x="1137920" y="568960"/>
            <a:ext cx="4876800" cy="568960"/>
          </a:xfrm>
        </p:spPr>
        <p:txBody>
          <a:bodyPr/>
          <a:lstStyle/>
          <a:p>
            <a:fld id="{9EA248A4-0EF5-9F4C-A5D9-28B41711222C}" type="datetimeFigureOut">
              <a:rPr lang="en-US" smtClean="0"/>
              <a:t>4/27/26</a:t>
            </a:fld>
            <a:endParaRPr lang="en-US"/>
          </a:p>
        </p:txBody>
      </p:sp>
      <p:sp>
        <p:nvSpPr>
          <p:cNvPr id="6" name="Footer Placeholder 5"/>
          <p:cNvSpPr>
            <a:spLocks noGrp="1"/>
          </p:cNvSpPr>
          <p:nvPr>
            <p:ph type="ftr" sz="quarter" idx="11"/>
          </p:nvPr>
        </p:nvSpPr>
        <p:spPr>
          <a:xfrm>
            <a:off x="1137920" y="11070336"/>
            <a:ext cx="13963904" cy="568960"/>
          </a:xfrm>
        </p:spPr>
        <p:txBody>
          <a:bodyPr/>
          <a:lstStyle/>
          <a:p>
            <a:endParaRPr lang="en-US"/>
          </a:p>
        </p:txBody>
      </p:sp>
      <p:sp>
        <p:nvSpPr>
          <p:cNvPr id="7" name="Slide Number Placeholder 6"/>
          <p:cNvSpPr>
            <a:spLocks noGrp="1"/>
          </p:cNvSpPr>
          <p:nvPr>
            <p:ph type="sldNum" sz="quarter" idx="12"/>
          </p:nvPr>
        </p:nvSpPr>
        <p:spPr>
          <a:xfrm>
            <a:off x="13882624" y="568960"/>
            <a:ext cx="1219200" cy="568960"/>
          </a:xfrm>
        </p:spPr>
        <p:txBody>
          <a:bodyPr/>
          <a:lstStyle/>
          <a:p>
            <a:fld id="{2B565F59-B5F0-0948-A4F1-63E2C4E155AD}" type="slidenum">
              <a:rPr lang="en-US" smtClean="0"/>
              <a:t>‹#›</a:t>
            </a:fld>
            <a:endParaRPr lang="en-US"/>
          </a:p>
        </p:txBody>
      </p:sp>
    </p:spTree>
    <p:extLst>
      <p:ext uri="{BB962C8B-B14F-4D97-AF65-F5344CB8AC3E}">
        <p14:creationId xmlns:p14="http://schemas.microsoft.com/office/powerpoint/2010/main" val="3368784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8" name="Group 37"/>
          <p:cNvGrpSpPr/>
          <p:nvPr/>
        </p:nvGrpSpPr>
        <p:grpSpPr>
          <a:xfrm>
            <a:off x="-508845" y="1"/>
            <a:ext cx="16749794" cy="12192002"/>
            <a:chOff x="1243013" y="0"/>
            <a:chExt cx="9402763" cy="6858001"/>
          </a:xfrm>
        </p:grpSpPr>
        <p:sp>
          <p:nvSpPr>
            <p:cNvPr id="39" name="Freeform 5"/>
            <p:cNvSpPr/>
            <p:nvPr/>
          </p:nvSpPr>
          <p:spPr bwMode="auto">
            <a:xfrm>
              <a:off x="2289175" y="0"/>
              <a:ext cx="3867150" cy="6848475"/>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6"/>
            <p:cNvSpPr/>
            <p:nvPr/>
          </p:nvSpPr>
          <p:spPr bwMode="auto">
            <a:xfrm>
              <a:off x="9604375" y="9525"/>
              <a:ext cx="1041400" cy="328613"/>
            </a:xfrm>
            <a:custGeom>
              <a:avLst/>
              <a:gdLst/>
              <a:ahLst/>
              <a:cxnLst/>
              <a:rect l="0" t="0" r="r" b="b"/>
              <a:pathLst>
                <a:path w="219" h="69">
                  <a:moveTo>
                    <a:pt x="219" y="69"/>
                  </a:moveTo>
                  <a:cubicBezTo>
                    <a:pt x="147" y="41"/>
                    <a:pt x="71" y="1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7"/>
            <p:cNvSpPr/>
            <p:nvPr/>
          </p:nvSpPr>
          <p:spPr bwMode="auto">
            <a:xfrm>
              <a:off x="9223375" y="5578475"/>
              <a:ext cx="1422400" cy="1270000"/>
            </a:xfrm>
            <a:custGeom>
              <a:avLst/>
              <a:gdLst/>
              <a:ahLst/>
              <a:cxnLst/>
              <a:rect l="0" t="0" r="r" b="b"/>
              <a:pathLst>
                <a:path w="299" h="267">
                  <a:moveTo>
                    <a:pt x="0" y="267"/>
                  </a:moveTo>
                  <a:cubicBezTo>
                    <a:pt x="105" y="186"/>
                    <a:pt x="206" y="96"/>
                    <a:pt x="299"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8"/>
            <p:cNvSpPr/>
            <p:nvPr/>
          </p:nvSpPr>
          <p:spPr bwMode="auto">
            <a:xfrm>
              <a:off x="2103438" y="0"/>
              <a:ext cx="3681413" cy="6848475"/>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9"/>
            <p:cNvSpPr/>
            <p:nvPr/>
          </p:nvSpPr>
          <p:spPr bwMode="auto">
            <a:xfrm>
              <a:off x="10179050" y="9525"/>
              <a:ext cx="466725" cy="157163"/>
            </a:xfrm>
            <a:custGeom>
              <a:avLst/>
              <a:gdLst/>
              <a:ahLst/>
              <a:cxnLst/>
              <a:rect l="0" t="0" r="r" b="b"/>
              <a:pathLst>
                <a:path w="98" h="33">
                  <a:moveTo>
                    <a:pt x="98" y="33"/>
                  </a:moveTo>
                  <a:cubicBezTo>
                    <a:pt x="65" y="21"/>
                    <a:pt x="33" y="10"/>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0"/>
            <p:cNvSpPr/>
            <p:nvPr/>
          </p:nvSpPr>
          <p:spPr bwMode="auto">
            <a:xfrm>
              <a:off x="9471025" y="5811838"/>
              <a:ext cx="1174750" cy="1046163"/>
            </a:xfrm>
            <a:custGeom>
              <a:avLst/>
              <a:gdLst/>
              <a:ahLst/>
              <a:cxnLst/>
              <a:rect l="0" t="0" r="r" b="b"/>
              <a:pathLst>
                <a:path w="247" h="220">
                  <a:moveTo>
                    <a:pt x="0" y="220"/>
                  </a:moveTo>
                  <a:cubicBezTo>
                    <a:pt x="86" y="152"/>
                    <a:pt x="169" y="78"/>
                    <a:pt x="247"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1"/>
            <p:cNvSpPr/>
            <p:nvPr/>
          </p:nvSpPr>
          <p:spPr bwMode="auto">
            <a:xfrm>
              <a:off x="1985963" y="0"/>
              <a:ext cx="3622675" cy="6848475"/>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2"/>
            <p:cNvSpPr/>
            <p:nvPr/>
          </p:nvSpPr>
          <p:spPr bwMode="auto">
            <a:xfrm>
              <a:off x="10479088" y="9525"/>
              <a:ext cx="166688" cy="57150"/>
            </a:xfrm>
            <a:custGeom>
              <a:avLst/>
              <a:gdLst/>
              <a:ahLst/>
              <a:cxnLst/>
              <a:rect l="0" t="0" r="r" b="b"/>
              <a:pathLst>
                <a:path w="35" h="12">
                  <a:moveTo>
                    <a:pt x="35" y="12"/>
                  </a:moveTo>
                  <a:cubicBezTo>
                    <a:pt x="23" y="8"/>
                    <a:pt x="12" y="4"/>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3"/>
            <p:cNvSpPr/>
            <p:nvPr/>
          </p:nvSpPr>
          <p:spPr bwMode="auto">
            <a:xfrm>
              <a:off x="9618663" y="5940425"/>
              <a:ext cx="1027113" cy="908050"/>
            </a:xfrm>
            <a:custGeom>
              <a:avLst/>
              <a:gdLst/>
              <a:ahLst/>
              <a:cxnLst/>
              <a:rect l="0" t="0" r="r" b="b"/>
              <a:pathLst>
                <a:path w="216" h="191">
                  <a:moveTo>
                    <a:pt x="0" y="191"/>
                  </a:moveTo>
                  <a:cubicBezTo>
                    <a:pt x="75" y="131"/>
                    <a:pt x="147" y="67"/>
                    <a:pt x="216"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4"/>
            <p:cNvSpPr/>
            <p:nvPr/>
          </p:nvSpPr>
          <p:spPr bwMode="auto">
            <a:xfrm>
              <a:off x="1985963" y="0"/>
              <a:ext cx="3248025" cy="6848475"/>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5"/>
            <p:cNvSpPr/>
            <p:nvPr/>
          </p:nvSpPr>
          <p:spPr bwMode="auto">
            <a:xfrm>
              <a:off x="9780588" y="6054725"/>
              <a:ext cx="865188" cy="793750"/>
            </a:xfrm>
            <a:custGeom>
              <a:avLst/>
              <a:gdLst/>
              <a:ahLst/>
              <a:cxnLst/>
              <a:rect l="0" t="0" r="r" b="b"/>
              <a:pathLst>
                <a:path w="182" h="167">
                  <a:moveTo>
                    <a:pt x="0" y="167"/>
                  </a:moveTo>
                  <a:cubicBezTo>
                    <a:pt x="63" y="114"/>
                    <a:pt x="123" y="58"/>
                    <a:pt x="182"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6"/>
            <p:cNvSpPr/>
            <p:nvPr/>
          </p:nvSpPr>
          <p:spPr bwMode="auto">
            <a:xfrm>
              <a:off x="1871663" y="0"/>
              <a:ext cx="3233738" cy="6848475"/>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7"/>
            <p:cNvSpPr/>
            <p:nvPr/>
          </p:nvSpPr>
          <p:spPr bwMode="auto">
            <a:xfrm>
              <a:off x="9956800" y="6216650"/>
              <a:ext cx="688975" cy="631825"/>
            </a:xfrm>
            <a:custGeom>
              <a:avLst/>
              <a:gdLst/>
              <a:ahLst/>
              <a:cxnLst/>
              <a:rect l="0" t="0" r="r" b="b"/>
              <a:pathLst>
                <a:path w="145" h="133">
                  <a:moveTo>
                    <a:pt x="0" y="133"/>
                  </a:moveTo>
                  <a:cubicBezTo>
                    <a:pt x="50" y="90"/>
                    <a:pt x="98" y="46"/>
                    <a:pt x="14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8"/>
            <p:cNvSpPr/>
            <p:nvPr/>
          </p:nvSpPr>
          <p:spPr bwMode="auto">
            <a:xfrm>
              <a:off x="1466850" y="0"/>
              <a:ext cx="3424238" cy="6848475"/>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9"/>
            <p:cNvSpPr/>
            <p:nvPr/>
          </p:nvSpPr>
          <p:spPr bwMode="auto">
            <a:xfrm>
              <a:off x="10264775" y="6519863"/>
              <a:ext cx="381000" cy="328613"/>
            </a:xfrm>
            <a:custGeom>
              <a:avLst/>
              <a:gdLst/>
              <a:ahLst/>
              <a:cxnLst/>
              <a:rect l="0" t="0" r="r" b="b"/>
              <a:pathLst>
                <a:path w="80" h="69">
                  <a:moveTo>
                    <a:pt x="0" y="69"/>
                  </a:moveTo>
                  <a:cubicBezTo>
                    <a:pt x="27" y="47"/>
                    <a:pt x="53" y="24"/>
                    <a:pt x="8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20"/>
            <p:cNvSpPr/>
            <p:nvPr/>
          </p:nvSpPr>
          <p:spPr bwMode="auto">
            <a:xfrm>
              <a:off x="1581150" y="0"/>
              <a:ext cx="2720975" cy="6848475"/>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5" name="Freeform 21"/>
            <p:cNvSpPr/>
            <p:nvPr/>
          </p:nvSpPr>
          <p:spPr bwMode="auto">
            <a:xfrm>
              <a:off x="1243013" y="0"/>
              <a:ext cx="2949575" cy="6848475"/>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6" name="Freeform 22"/>
            <p:cNvSpPr/>
            <p:nvPr/>
          </p:nvSpPr>
          <p:spPr bwMode="auto">
            <a:xfrm>
              <a:off x="1524000" y="0"/>
              <a:ext cx="1446213" cy="2030413"/>
            </a:xfrm>
            <a:custGeom>
              <a:avLst/>
              <a:gdLst/>
              <a:ahLst/>
              <a:cxnLst/>
              <a:rect l="0" t="0" r="r" b="b"/>
              <a:pathLst>
                <a:path w="304" h="427">
                  <a:moveTo>
                    <a:pt x="304" y="0"/>
                  </a:moveTo>
                  <a:cubicBezTo>
                    <a:pt x="170" y="120"/>
                    <a:pt x="69" y="267"/>
                    <a:pt x="0" y="42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3"/>
            <p:cNvSpPr/>
            <p:nvPr/>
          </p:nvSpPr>
          <p:spPr bwMode="auto">
            <a:xfrm>
              <a:off x="1524000" y="9525"/>
              <a:ext cx="1246188" cy="1641475"/>
            </a:xfrm>
            <a:custGeom>
              <a:avLst/>
              <a:gdLst/>
              <a:ahLst/>
              <a:cxnLst/>
              <a:rect l="0" t="0" r="r" b="b"/>
              <a:pathLst>
                <a:path w="262" h="345">
                  <a:moveTo>
                    <a:pt x="262" y="0"/>
                  </a:moveTo>
                  <a:cubicBezTo>
                    <a:pt x="152" y="102"/>
                    <a:pt x="65" y="217"/>
                    <a:pt x="0" y="34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4"/>
            <p:cNvSpPr/>
            <p:nvPr/>
          </p:nvSpPr>
          <p:spPr bwMode="auto">
            <a:xfrm>
              <a:off x="1524000" y="0"/>
              <a:ext cx="1036638" cy="1212850"/>
            </a:xfrm>
            <a:custGeom>
              <a:avLst/>
              <a:gdLst/>
              <a:ahLst/>
              <a:cxnLst/>
              <a:rect l="0" t="0" r="r" b="b"/>
              <a:pathLst>
                <a:path w="218" h="255">
                  <a:moveTo>
                    <a:pt x="218" y="0"/>
                  </a:moveTo>
                  <a:cubicBezTo>
                    <a:pt x="137" y="77"/>
                    <a:pt x="62" y="162"/>
                    <a:pt x="0" y="25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1137920" y="3021493"/>
            <a:ext cx="5842759" cy="6169637"/>
            <a:chOff x="640080" y="1699589"/>
            <a:chExt cx="3286552" cy="3470421"/>
          </a:xfrm>
        </p:grpSpPr>
        <p:sp>
          <p:nvSpPr>
            <p:cNvPr id="60" name="Rectangle 59"/>
            <p:cNvSpPr/>
            <p:nvPr/>
          </p:nvSpPr>
          <p:spPr>
            <a:xfrm>
              <a:off x="644453" y="1699589"/>
              <a:ext cx="327780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125363" y="48976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640080" y="2275661"/>
              <a:ext cx="32865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1279916" y="4188174"/>
            <a:ext cx="5550512" cy="4371605"/>
          </a:xfrm>
        </p:spPr>
        <p:txBody>
          <a:bodyPr lIns="91440" tIns="91440" rIns="91440" bIns="91440"/>
          <a:lstStyle>
            <a:lvl1pPr>
              <a:defRPr>
                <a:solidFill>
                  <a:srgbClr val="FFFEFF"/>
                </a:solidFill>
              </a:defRPr>
            </a:lvl1pPr>
          </a:lstStyle>
          <a:p>
            <a:r>
              <a:rPr lang="en-GB"/>
              <a:t>Click to edit Master title style</a:t>
            </a:r>
            <a:endParaRPr lang="en-US" dirty="0"/>
          </a:p>
        </p:txBody>
      </p:sp>
      <p:sp>
        <p:nvSpPr>
          <p:cNvPr id="3" name="Text Placeholder 2"/>
          <p:cNvSpPr>
            <a:spLocks noGrp="1"/>
          </p:cNvSpPr>
          <p:nvPr>
            <p:ph type="body" idx="1"/>
          </p:nvPr>
        </p:nvSpPr>
        <p:spPr>
          <a:xfrm>
            <a:off x="8367311" y="1426133"/>
            <a:ext cx="6764663" cy="1219200"/>
          </a:xfrm>
        </p:spPr>
        <p:txBody>
          <a:bodyPr anchor="ctr">
            <a:noAutofit/>
          </a:bodyPr>
          <a:lstStyle>
            <a:lvl1pPr marL="0" indent="0" algn="l">
              <a:lnSpc>
                <a:spcPct val="100000"/>
              </a:lnSpc>
              <a:buNone/>
              <a:defRPr sz="3200" b="0" cap="all" baseline="0">
                <a:solidFill>
                  <a:schemeClr val="accent1"/>
                </a:solidFill>
              </a:defRPr>
            </a:lvl1pPr>
            <a:lvl2pPr marL="609608" indent="0">
              <a:buNone/>
              <a:defRPr sz="2667" b="1"/>
            </a:lvl2pPr>
            <a:lvl3pPr marL="1219215" indent="0">
              <a:buNone/>
              <a:defRPr sz="2400" b="1"/>
            </a:lvl3pPr>
            <a:lvl4pPr marL="1828823" indent="0">
              <a:buNone/>
              <a:defRPr sz="2133" b="1"/>
            </a:lvl4pPr>
            <a:lvl5pPr marL="2438430" indent="0">
              <a:buNone/>
              <a:defRPr sz="2133" b="1"/>
            </a:lvl5pPr>
            <a:lvl6pPr marL="3048038" indent="0">
              <a:buNone/>
              <a:defRPr sz="2133" b="1"/>
            </a:lvl6pPr>
            <a:lvl7pPr marL="3657646" indent="0">
              <a:buNone/>
              <a:defRPr sz="2133" b="1"/>
            </a:lvl7pPr>
            <a:lvl8pPr marL="4267253" indent="0">
              <a:buNone/>
              <a:defRPr sz="2133" b="1"/>
            </a:lvl8pPr>
            <a:lvl9pPr marL="4876861" indent="0">
              <a:buNone/>
              <a:defRPr sz="2133" b="1"/>
            </a:lvl9pPr>
          </a:lstStyle>
          <a:p>
            <a:pPr lvl="0"/>
            <a:r>
              <a:rPr lang="en-GB"/>
              <a:t>Click to edit Master text styles</a:t>
            </a:r>
          </a:p>
        </p:txBody>
      </p:sp>
      <p:sp>
        <p:nvSpPr>
          <p:cNvPr id="4" name="Content Placeholder 3"/>
          <p:cNvSpPr>
            <a:spLocks noGrp="1"/>
          </p:cNvSpPr>
          <p:nvPr>
            <p:ph sz="half" idx="2"/>
          </p:nvPr>
        </p:nvSpPr>
        <p:spPr>
          <a:xfrm>
            <a:off x="8367353" y="2645332"/>
            <a:ext cx="6763865" cy="315621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8346686" y="6374254"/>
            <a:ext cx="6790533" cy="1219200"/>
          </a:xfrm>
        </p:spPr>
        <p:txBody>
          <a:bodyPr anchor="ctr">
            <a:noAutofit/>
          </a:bodyPr>
          <a:lstStyle>
            <a:lvl1pPr marL="0" indent="0" algn="l">
              <a:lnSpc>
                <a:spcPct val="100000"/>
              </a:lnSpc>
              <a:buNone/>
              <a:defRPr sz="3200" b="0" cap="all" baseline="0">
                <a:solidFill>
                  <a:schemeClr val="accent1"/>
                </a:solidFill>
              </a:defRPr>
            </a:lvl1pPr>
            <a:lvl2pPr marL="609608" indent="0">
              <a:buNone/>
              <a:defRPr sz="2667" b="1"/>
            </a:lvl2pPr>
            <a:lvl3pPr marL="1219215" indent="0">
              <a:buNone/>
              <a:defRPr sz="2400" b="1"/>
            </a:lvl3pPr>
            <a:lvl4pPr marL="1828823" indent="0">
              <a:buNone/>
              <a:defRPr sz="2133" b="1"/>
            </a:lvl4pPr>
            <a:lvl5pPr marL="2438430" indent="0">
              <a:buNone/>
              <a:defRPr sz="2133" b="1"/>
            </a:lvl5pPr>
            <a:lvl6pPr marL="3048038" indent="0">
              <a:buNone/>
              <a:defRPr sz="2133" b="1"/>
            </a:lvl6pPr>
            <a:lvl7pPr marL="3657646" indent="0">
              <a:buNone/>
              <a:defRPr sz="2133" b="1"/>
            </a:lvl7pPr>
            <a:lvl8pPr marL="4267253" indent="0">
              <a:buNone/>
              <a:defRPr sz="2133" b="1"/>
            </a:lvl8pPr>
            <a:lvl9pPr marL="4876861" indent="0">
              <a:buNone/>
              <a:defRPr sz="2133" b="1"/>
            </a:lvl9pPr>
          </a:lstStyle>
          <a:p>
            <a:pPr lvl="0"/>
            <a:r>
              <a:rPr lang="en-GB"/>
              <a:t>Click to edit Master text styles</a:t>
            </a:r>
          </a:p>
        </p:txBody>
      </p:sp>
      <p:sp>
        <p:nvSpPr>
          <p:cNvPr id="6" name="Content Placeholder 5"/>
          <p:cNvSpPr>
            <a:spLocks noGrp="1"/>
          </p:cNvSpPr>
          <p:nvPr>
            <p:ph sz="quarter" idx="4"/>
          </p:nvPr>
        </p:nvSpPr>
        <p:spPr>
          <a:xfrm>
            <a:off x="8346686" y="7591701"/>
            <a:ext cx="6790533" cy="31740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a:xfrm>
            <a:off x="1137920" y="568960"/>
            <a:ext cx="4876800" cy="568960"/>
          </a:xfrm>
        </p:spPr>
        <p:txBody>
          <a:bodyPr/>
          <a:lstStyle/>
          <a:p>
            <a:fld id="{9EA248A4-0EF5-9F4C-A5D9-28B41711222C}" type="datetimeFigureOut">
              <a:rPr lang="en-US" smtClean="0"/>
              <a:t>4/27/26</a:t>
            </a:fld>
            <a:endParaRPr lang="en-US"/>
          </a:p>
        </p:txBody>
      </p:sp>
      <p:sp>
        <p:nvSpPr>
          <p:cNvPr id="8" name="Footer Placeholder 7"/>
          <p:cNvSpPr>
            <a:spLocks noGrp="1"/>
          </p:cNvSpPr>
          <p:nvPr>
            <p:ph type="ftr" sz="quarter" idx="11"/>
          </p:nvPr>
        </p:nvSpPr>
        <p:spPr>
          <a:xfrm>
            <a:off x="1137920" y="11070336"/>
            <a:ext cx="13963904" cy="568960"/>
          </a:xfrm>
        </p:spPr>
        <p:txBody>
          <a:bodyPr/>
          <a:lstStyle/>
          <a:p>
            <a:endParaRPr lang="en-US"/>
          </a:p>
        </p:txBody>
      </p:sp>
      <p:sp>
        <p:nvSpPr>
          <p:cNvPr id="9" name="Slide Number Placeholder 8"/>
          <p:cNvSpPr>
            <a:spLocks noGrp="1"/>
          </p:cNvSpPr>
          <p:nvPr>
            <p:ph type="sldNum" sz="quarter" idx="12"/>
          </p:nvPr>
        </p:nvSpPr>
        <p:spPr>
          <a:xfrm>
            <a:off x="13882624" y="568960"/>
            <a:ext cx="1219200" cy="568960"/>
          </a:xfrm>
        </p:spPr>
        <p:txBody>
          <a:bodyPr/>
          <a:lstStyle/>
          <a:p>
            <a:fld id="{2B565F59-B5F0-0948-A4F1-63E2C4E155AD}" type="slidenum">
              <a:rPr lang="en-US" smtClean="0"/>
              <a:t>‹#›</a:t>
            </a:fld>
            <a:endParaRPr lang="en-US"/>
          </a:p>
        </p:txBody>
      </p:sp>
    </p:spTree>
    <p:extLst>
      <p:ext uri="{BB962C8B-B14F-4D97-AF65-F5344CB8AC3E}">
        <p14:creationId xmlns:p14="http://schemas.microsoft.com/office/powerpoint/2010/main" val="500781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6" name="Group 75"/>
          <p:cNvGrpSpPr/>
          <p:nvPr/>
        </p:nvGrpSpPr>
        <p:grpSpPr>
          <a:xfrm>
            <a:off x="-508845" y="1"/>
            <a:ext cx="16749794" cy="12192002"/>
            <a:chOff x="1243013" y="0"/>
            <a:chExt cx="9402763" cy="6858001"/>
          </a:xfrm>
        </p:grpSpPr>
        <p:sp>
          <p:nvSpPr>
            <p:cNvPr id="77" name="Freeform 5"/>
            <p:cNvSpPr/>
            <p:nvPr/>
          </p:nvSpPr>
          <p:spPr bwMode="auto">
            <a:xfrm>
              <a:off x="2289175" y="0"/>
              <a:ext cx="3867150" cy="6848475"/>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6"/>
            <p:cNvSpPr/>
            <p:nvPr/>
          </p:nvSpPr>
          <p:spPr bwMode="auto">
            <a:xfrm>
              <a:off x="9604375" y="9525"/>
              <a:ext cx="1041400" cy="328613"/>
            </a:xfrm>
            <a:custGeom>
              <a:avLst/>
              <a:gdLst/>
              <a:ahLst/>
              <a:cxnLst/>
              <a:rect l="0" t="0" r="r" b="b"/>
              <a:pathLst>
                <a:path w="219" h="69">
                  <a:moveTo>
                    <a:pt x="219" y="69"/>
                  </a:moveTo>
                  <a:cubicBezTo>
                    <a:pt x="147" y="41"/>
                    <a:pt x="71" y="1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7"/>
            <p:cNvSpPr/>
            <p:nvPr/>
          </p:nvSpPr>
          <p:spPr bwMode="auto">
            <a:xfrm>
              <a:off x="9223375" y="5578475"/>
              <a:ext cx="1422400" cy="1270000"/>
            </a:xfrm>
            <a:custGeom>
              <a:avLst/>
              <a:gdLst/>
              <a:ahLst/>
              <a:cxnLst/>
              <a:rect l="0" t="0" r="r" b="b"/>
              <a:pathLst>
                <a:path w="299" h="267">
                  <a:moveTo>
                    <a:pt x="0" y="267"/>
                  </a:moveTo>
                  <a:cubicBezTo>
                    <a:pt x="105" y="186"/>
                    <a:pt x="206" y="96"/>
                    <a:pt x="299"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8"/>
            <p:cNvSpPr/>
            <p:nvPr/>
          </p:nvSpPr>
          <p:spPr bwMode="auto">
            <a:xfrm>
              <a:off x="2103438" y="0"/>
              <a:ext cx="3681413" cy="6848475"/>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9"/>
            <p:cNvSpPr/>
            <p:nvPr/>
          </p:nvSpPr>
          <p:spPr bwMode="auto">
            <a:xfrm>
              <a:off x="10179050" y="9525"/>
              <a:ext cx="466725" cy="157163"/>
            </a:xfrm>
            <a:custGeom>
              <a:avLst/>
              <a:gdLst/>
              <a:ahLst/>
              <a:cxnLst/>
              <a:rect l="0" t="0" r="r" b="b"/>
              <a:pathLst>
                <a:path w="98" h="33">
                  <a:moveTo>
                    <a:pt x="98" y="33"/>
                  </a:moveTo>
                  <a:cubicBezTo>
                    <a:pt x="65" y="21"/>
                    <a:pt x="33" y="10"/>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0"/>
            <p:cNvSpPr/>
            <p:nvPr/>
          </p:nvSpPr>
          <p:spPr bwMode="auto">
            <a:xfrm>
              <a:off x="9471025" y="5811838"/>
              <a:ext cx="1174750" cy="1046163"/>
            </a:xfrm>
            <a:custGeom>
              <a:avLst/>
              <a:gdLst/>
              <a:ahLst/>
              <a:cxnLst/>
              <a:rect l="0" t="0" r="r" b="b"/>
              <a:pathLst>
                <a:path w="247" h="220">
                  <a:moveTo>
                    <a:pt x="0" y="220"/>
                  </a:moveTo>
                  <a:cubicBezTo>
                    <a:pt x="86" y="152"/>
                    <a:pt x="169" y="78"/>
                    <a:pt x="247"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1"/>
            <p:cNvSpPr/>
            <p:nvPr/>
          </p:nvSpPr>
          <p:spPr bwMode="auto">
            <a:xfrm>
              <a:off x="1985963" y="0"/>
              <a:ext cx="3622675" cy="6848475"/>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2"/>
            <p:cNvSpPr/>
            <p:nvPr/>
          </p:nvSpPr>
          <p:spPr bwMode="auto">
            <a:xfrm>
              <a:off x="10479088" y="9525"/>
              <a:ext cx="166688" cy="57150"/>
            </a:xfrm>
            <a:custGeom>
              <a:avLst/>
              <a:gdLst/>
              <a:ahLst/>
              <a:cxnLst/>
              <a:rect l="0" t="0" r="r" b="b"/>
              <a:pathLst>
                <a:path w="35" h="12">
                  <a:moveTo>
                    <a:pt x="35" y="12"/>
                  </a:moveTo>
                  <a:cubicBezTo>
                    <a:pt x="23" y="8"/>
                    <a:pt x="12" y="4"/>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3"/>
            <p:cNvSpPr/>
            <p:nvPr/>
          </p:nvSpPr>
          <p:spPr bwMode="auto">
            <a:xfrm>
              <a:off x="9618663" y="5940425"/>
              <a:ext cx="1027113" cy="908050"/>
            </a:xfrm>
            <a:custGeom>
              <a:avLst/>
              <a:gdLst/>
              <a:ahLst/>
              <a:cxnLst/>
              <a:rect l="0" t="0" r="r" b="b"/>
              <a:pathLst>
                <a:path w="216" h="191">
                  <a:moveTo>
                    <a:pt x="0" y="191"/>
                  </a:moveTo>
                  <a:cubicBezTo>
                    <a:pt x="75" y="131"/>
                    <a:pt x="147" y="67"/>
                    <a:pt x="216"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4"/>
            <p:cNvSpPr/>
            <p:nvPr/>
          </p:nvSpPr>
          <p:spPr bwMode="auto">
            <a:xfrm>
              <a:off x="1985963" y="0"/>
              <a:ext cx="3248025" cy="6848475"/>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5"/>
            <p:cNvSpPr/>
            <p:nvPr/>
          </p:nvSpPr>
          <p:spPr bwMode="auto">
            <a:xfrm>
              <a:off x="9780588" y="6054725"/>
              <a:ext cx="865188" cy="793750"/>
            </a:xfrm>
            <a:custGeom>
              <a:avLst/>
              <a:gdLst/>
              <a:ahLst/>
              <a:cxnLst/>
              <a:rect l="0" t="0" r="r" b="b"/>
              <a:pathLst>
                <a:path w="182" h="167">
                  <a:moveTo>
                    <a:pt x="0" y="167"/>
                  </a:moveTo>
                  <a:cubicBezTo>
                    <a:pt x="63" y="114"/>
                    <a:pt x="123" y="58"/>
                    <a:pt x="182"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6"/>
            <p:cNvSpPr/>
            <p:nvPr/>
          </p:nvSpPr>
          <p:spPr bwMode="auto">
            <a:xfrm>
              <a:off x="1871663" y="0"/>
              <a:ext cx="3233738" cy="6848475"/>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7"/>
            <p:cNvSpPr/>
            <p:nvPr/>
          </p:nvSpPr>
          <p:spPr bwMode="auto">
            <a:xfrm>
              <a:off x="9956800" y="6216650"/>
              <a:ext cx="688975" cy="631825"/>
            </a:xfrm>
            <a:custGeom>
              <a:avLst/>
              <a:gdLst/>
              <a:ahLst/>
              <a:cxnLst/>
              <a:rect l="0" t="0" r="r" b="b"/>
              <a:pathLst>
                <a:path w="145" h="133">
                  <a:moveTo>
                    <a:pt x="0" y="133"/>
                  </a:moveTo>
                  <a:cubicBezTo>
                    <a:pt x="50" y="90"/>
                    <a:pt x="98" y="46"/>
                    <a:pt x="14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8"/>
            <p:cNvSpPr/>
            <p:nvPr/>
          </p:nvSpPr>
          <p:spPr bwMode="auto">
            <a:xfrm>
              <a:off x="1466850" y="0"/>
              <a:ext cx="3424238" cy="6848475"/>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9"/>
            <p:cNvSpPr/>
            <p:nvPr/>
          </p:nvSpPr>
          <p:spPr bwMode="auto">
            <a:xfrm>
              <a:off x="10264775" y="6519863"/>
              <a:ext cx="381000" cy="328613"/>
            </a:xfrm>
            <a:custGeom>
              <a:avLst/>
              <a:gdLst/>
              <a:ahLst/>
              <a:cxnLst/>
              <a:rect l="0" t="0" r="r" b="b"/>
              <a:pathLst>
                <a:path w="80" h="69">
                  <a:moveTo>
                    <a:pt x="0" y="69"/>
                  </a:moveTo>
                  <a:cubicBezTo>
                    <a:pt x="27" y="47"/>
                    <a:pt x="53" y="24"/>
                    <a:pt x="8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20"/>
            <p:cNvSpPr/>
            <p:nvPr/>
          </p:nvSpPr>
          <p:spPr bwMode="auto">
            <a:xfrm>
              <a:off x="1581150" y="0"/>
              <a:ext cx="2720975" cy="6848475"/>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21"/>
            <p:cNvSpPr/>
            <p:nvPr/>
          </p:nvSpPr>
          <p:spPr bwMode="auto">
            <a:xfrm>
              <a:off x="1243013" y="0"/>
              <a:ext cx="2949575" cy="6848475"/>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4" name="Freeform 22"/>
            <p:cNvSpPr/>
            <p:nvPr/>
          </p:nvSpPr>
          <p:spPr bwMode="auto">
            <a:xfrm>
              <a:off x="1524000" y="0"/>
              <a:ext cx="1446213" cy="2030413"/>
            </a:xfrm>
            <a:custGeom>
              <a:avLst/>
              <a:gdLst/>
              <a:ahLst/>
              <a:cxnLst/>
              <a:rect l="0" t="0" r="r" b="b"/>
              <a:pathLst>
                <a:path w="304" h="427">
                  <a:moveTo>
                    <a:pt x="304" y="0"/>
                  </a:moveTo>
                  <a:cubicBezTo>
                    <a:pt x="170" y="120"/>
                    <a:pt x="69" y="267"/>
                    <a:pt x="0" y="42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3"/>
            <p:cNvSpPr/>
            <p:nvPr/>
          </p:nvSpPr>
          <p:spPr bwMode="auto">
            <a:xfrm>
              <a:off x="1524000" y="9525"/>
              <a:ext cx="1246188" cy="1641475"/>
            </a:xfrm>
            <a:custGeom>
              <a:avLst/>
              <a:gdLst/>
              <a:ahLst/>
              <a:cxnLst/>
              <a:rect l="0" t="0" r="r" b="b"/>
              <a:pathLst>
                <a:path w="262" h="345">
                  <a:moveTo>
                    <a:pt x="262" y="0"/>
                  </a:moveTo>
                  <a:cubicBezTo>
                    <a:pt x="152" y="102"/>
                    <a:pt x="65" y="217"/>
                    <a:pt x="0" y="34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4"/>
            <p:cNvSpPr/>
            <p:nvPr/>
          </p:nvSpPr>
          <p:spPr bwMode="auto">
            <a:xfrm>
              <a:off x="1524000" y="0"/>
              <a:ext cx="1036638" cy="1212850"/>
            </a:xfrm>
            <a:custGeom>
              <a:avLst/>
              <a:gdLst/>
              <a:ahLst/>
              <a:cxnLst/>
              <a:rect l="0" t="0" r="r" b="b"/>
              <a:pathLst>
                <a:path w="218" h="255">
                  <a:moveTo>
                    <a:pt x="218" y="0"/>
                  </a:moveTo>
                  <a:cubicBezTo>
                    <a:pt x="137" y="77"/>
                    <a:pt x="62" y="162"/>
                    <a:pt x="0" y="25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40" name="Group 39"/>
          <p:cNvGrpSpPr/>
          <p:nvPr/>
        </p:nvGrpSpPr>
        <p:grpSpPr>
          <a:xfrm>
            <a:off x="1137920" y="3021493"/>
            <a:ext cx="5842759" cy="6169637"/>
            <a:chOff x="640080" y="1699589"/>
            <a:chExt cx="3286552" cy="3470421"/>
          </a:xfrm>
        </p:grpSpPr>
        <p:sp>
          <p:nvSpPr>
            <p:cNvPr id="41" name="Rectangle 40"/>
            <p:cNvSpPr/>
            <p:nvPr/>
          </p:nvSpPr>
          <p:spPr>
            <a:xfrm>
              <a:off x="644453" y="1699589"/>
              <a:ext cx="327780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2" name="Isosceles Triangle 22"/>
            <p:cNvSpPr/>
            <p:nvPr/>
          </p:nvSpPr>
          <p:spPr>
            <a:xfrm rot="10800000">
              <a:off x="2125363" y="48976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3" name="Rectangle 42"/>
            <p:cNvSpPr/>
            <p:nvPr/>
          </p:nvSpPr>
          <p:spPr>
            <a:xfrm>
              <a:off x="640080" y="2275661"/>
              <a:ext cx="32865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1289875" y="4177643"/>
            <a:ext cx="5532528" cy="4382137"/>
          </a:xfrm>
        </p:spPr>
        <p:txBody>
          <a:bodyPr/>
          <a:lstStyle>
            <a:lvl1pPr>
              <a:defRPr>
                <a:solidFill>
                  <a:srgbClr val="FFFEFF"/>
                </a:solidFill>
              </a:defRPr>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EA248A4-0EF5-9F4C-A5D9-28B41711222C}" type="datetimeFigureOut">
              <a:rPr lang="en-US" smtClean="0"/>
              <a:t>4/27/26</a:t>
            </a:fld>
            <a:endParaRPr lang="en-US"/>
          </a:p>
        </p:txBody>
      </p:sp>
      <p:sp>
        <p:nvSpPr>
          <p:cNvPr id="4" name="Footer Placeholder 3"/>
          <p:cNvSpPr>
            <a:spLocks noGrp="1"/>
          </p:cNvSpPr>
          <p:nvPr>
            <p:ph type="ftr" sz="quarter" idx="11"/>
          </p:nvPr>
        </p:nvSpPr>
        <p:spPr>
          <a:xfrm>
            <a:off x="1137920" y="11070336"/>
            <a:ext cx="13963904" cy="568960"/>
          </a:xfrm>
        </p:spPr>
        <p:txBody>
          <a:bodyPr/>
          <a:lstStyle/>
          <a:p>
            <a:endParaRPr lang="en-US"/>
          </a:p>
        </p:txBody>
      </p:sp>
      <p:sp>
        <p:nvSpPr>
          <p:cNvPr id="5" name="Slide Number Placeholder 4"/>
          <p:cNvSpPr>
            <a:spLocks noGrp="1"/>
          </p:cNvSpPr>
          <p:nvPr>
            <p:ph type="sldNum" sz="quarter" idx="12"/>
          </p:nvPr>
        </p:nvSpPr>
        <p:spPr/>
        <p:txBody>
          <a:bodyPr/>
          <a:lstStyle/>
          <a:p>
            <a:fld id="{2B565F59-B5F0-0948-A4F1-63E2C4E155AD}" type="slidenum">
              <a:rPr lang="en-US" smtClean="0"/>
              <a:t>‹#›</a:t>
            </a:fld>
            <a:endParaRPr lang="en-US"/>
          </a:p>
        </p:txBody>
      </p:sp>
    </p:spTree>
    <p:extLst>
      <p:ext uri="{BB962C8B-B14F-4D97-AF65-F5344CB8AC3E}">
        <p14:creationId xmlns:p14="http://schemas.microsoft.com/office/powerpoint/2010/main" val="1498210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137920" y="568960"/>
            <a:ext cx="4876800" cy="568960"/>
          </a:xfrm>
        </p:spPr>
        <p:txBody>
          <a:bodyPr/>
          <a:lstStyle/>
          <a:p>
            <a:fld id="{9EA248A4-0EF5-9F4C-A5D9-28B41711222C}" type="datetimeFigureOut">
              <a:rPr lang="en-US" smtClean="0"/>
              <a:t>4/27/26</a:t>
            </a:fld>
            <a:endParaRPr lang="en-US"/>
          </a:p>
        </p:txBody>
      </p:sp>
      <p:sp>
        <p:nvSpPr>
          <p:cNvPr id="3" name="Footer Placeholder 2"/>
          <p:cNvSpPr>
            <a:spLocks noGrp="1"/>
          </p:cNvSpPr>
          <p:nvPr>
            <p:ph type="ftr" sz="quarter" idx="11"/>
          </p:nvPr>
        </p:nvSpPr>
        <p:spPr>
          <a:xfrm>
            <a:off x="1137920" y="11070336"/>
            <a:ext cx="13963904" cy="568960"/>
          </a:xfrm>
        </p:spPr>
        <p:txBody>
          <a:bodyPr/>
          <a:lstStyle/>
          <a:p>
            <a:endParaRPr lang="en-US"/>
          </a:p>
        </p:txBody>
      </p:sp>
      <p:sp>
        <p:nvSpPr>
          <p:cNvPr id="4" name="Slide Number Placeholder 3"/>
          <p:cNvSpPr>
            <a:spLocks noGrp="1"/>
          </p:cNvSpPr>
          <p:nvPr>
            <p:ph type="sldNum" sz="quarter" idx="12"/>
          </p:nvPr>
        </p:nvSpPr>
        <p:spPr>
          <a:xfrm>
            <a:off x="13882624" y="568960"/>
            <a:ext cx="1219200" cy="568960"/>
          </a:xfrm>
        </p:spPr>
        <p:txBody>
          <a:bodyPr/>
          <a:lstStyle/>
          <a:p>
            <a:fld id="{2B565F59-B5F0-0948-A4F1-63E2C4E155AD}" type="slidenum">
              <a:rPr lang="en-US" smtClean="0"/>
              <a:t>‹#›</a:t>
            </a:fld>
            <a:endParaRPr lang="en-US"/>
          </a:p>
        </p:txBody>
      </p:sp>
    </p:spTree>
    <p:extLst>
      <p:ext uri="{BB962C8B-B14F-4D97-AF65-F5344CB8AC3E}">
        <p14:creationId xmlns:p14="http://schemas.microsoft.com/office/powerpoint/2010/main" val="57657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7" name="Group 86"/>
          <p:cNvGrpSpPr/>
          <p:nvPr/>
        </p:nvGrpSpPr>
        <p:grpSpPr>
          <a:xfrm>
            <a:off x="-508845" y="1"/>
            <a:ext cx="16749794" cy="12192002"/>
            <a:chOff x="1243013" y="0"/>
            <a:chExt cx="9402763" cy="6858001"/>
          </a:xfrm>
        </p:grpSpPr>
        <p:sp>
          <p:nvSpPr>
            <p:cNvPr id="88" name="Freeform 5"/>
            <p:cNvSpPr/>
            <p:nvPr/>
          </p:nvSpPr>
          <p:spPr bwMode="auto">
            <a:xfrm>
              <a:off x="2289175" y="0"/>
              <a:ext cx="3867150" cy="6848475"/>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6"/>
            <p:cNvSpPr/>
            <p:nvPr/>
          </p:nvSpPr>
          <p:spPr bwMode="auto">
            <a:xfrm>
              <a:off x="9604375" y="9525"/>
              <a:ext cx="1041400" cy="328613"/>
            </a:xfrm>
            <a:custGeom>
              <a:avLst/>
              <a:gdLst/>
              <a:ahLst/>
              <a:cxnLst/>
              <a:rect l="0" t="0" r="r" b="b"/>
              <a:pathLst>
                <a:path w="219" h="69">
                  <a:moveTo>
                    <a:pt x="219" y="69"/>
                  </a:moveTo>
                  <a:cubicBezTo>
                    <a:pt x="147" y="41"/>
                    <a:pt x="71" y="1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7"/>
            <p:cNvSpPr/>
            <p:nvPr/>
          </p:nvSpPr>
          <p:spPr bwMode="auto">
            <a:xfrm>
              <a:off x="9223375" y="5578475"/>
              <a:ext cx="1422400" cy="1270000"/>
            </a:xfrm>
            <a:custGeom>
              <a:avLst/>
              <a:gdLst/>
              <a:ahLst/>
              <a:cxnLst/>
              <a:rect l="0" t="0" r="r" b="b"/>
              <a:pathLst>
                <a:path w="299" h="267">
                  <a:moveTo>
                    <a:pt x="0" y="267"/>
                  </a:moveTo>
                  <a:cubicBezTo>
                    <a:pt x="105" y="186"/>
                    <a:pt x="206" y="96"/>
                    <a:pt x="299"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8"/>
            <p:cNvSpPr/>
            <p:nvPr/>
          </p:nvSpPr>
          <p:spPr bwMode="auto">
            <a:xfrm>
              <a:off x="2103438" y="0"/>
              <a:ext cx="3681413" cy="6848475"/>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2" name="Freeform 9"/>
            <p:cNvSpPr/>
            <p:nvPr/>
          </p:nvSpPr>
          <p:spPr bwMode="auto">
            <a:xfrm>
              <a:off x="10179050" y="9525"/>
              <a:ext cx="466725" cy="157163"/>
            </a:xfrm>
            <a:custGeom>
              <a:avLst/>
              <a:gdLst/>
              <a:ahLst/>
              <a:cxnLst/>
              <a:rect l="0" t="0" r="r" b="b"/>
              <a:pathLst>
                <a:path w="98" h="33">
                  <a:moveTo>
                    <a:pt x="98" y="33"/>
                  </a:moveTo>
                  <a:cubicBezTo>
                    <a:pt x="65" y="21"/>
                    <a:pt x="33" y="10"/>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10"/>
            <p:cNvSpPr/>
            <p:nvPr/>
          </p:nvSpPr>
          <p:spPr bwMode="auto">
            <a:xfrm>
              <a:off x="9471025" y="5811838"/>
              <a:ext cx="1174750" cy="1046163"/>
            </a:xfrm>
            <a:custGeom>
              <a:avLst/>
              <a:gdLst/>
              <a:ahLst/>
              <a:cxnLst/>
              <a:rect l="0" t="0" r="r" b="b"/>
              <a:pathLst>
                <a:path w="247" h="220">
                  <a:moveTo>
                    <a:pt x="0" y="220"/>
                  </a:moveTo>
                  <a:cubicBezTo>
                    <a:pt x="86" y="152"/>
                    <a:pt x="169" y="78"/>
                    <a:pt x="247"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4" name="Freeform 11"/>
            <p:cNvSpPr/>
            <p:nvPr/>
          </p:nvSpPr>
          <p:spPr bwMode="auto">
            <a:xfrm>
              <a:off x="1985963" y="0"/>
              <a:ext cx="3622675" cy="6848475"/>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2"/>
            <p:cNvSpPr/>
            <p:nvPr/>
          </p:nvSpPr>
          <p:spPr bwMode="auto">
            <a:xfrm>
              <a:off x="10479088" y="9525"/>
              <a:ext cx="166688" cy="57150"/>
            </a:xfrm>
            <a:custGeom>
              <a:avLst/>
              <a:gdLst/>
              <a:ahLst/>
              <a:cxnLst/>
              <a:rect l="0" t="0" r="r" b="b"/>
              <a:pathLst>
                <a:path w="35" h="12">
                  <a:moveTo>
                    <a:pt x="35" y="12"/>
                  </a:moveTo>
                  <a:cubicBezTo>
                    <a:pt x="23" y="8"/>
                    <a:pt x="12" y="4"/>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3"/>
            <p:cNvSpPr/>
            <p:nvPr/>
          </p:nvSpPr>
          <p:spPr bwMode="auto">
            <a:xfrm>
              <a:off x="9618663" y="5940425"/>
              <a:ext cx="1027113" cy="908050"/>
            </a:xfrm>
            <a:custGeom>
              <a:avLst/>
              <a:gdLst/>
              <a:ahLst/>
              <a:cxnLst/>
              <a:rect l="0" t="0" r="r" b="b"/>
              <a:pathLst>
                <a:path w="216" h="191">
                  <a:moveTo>
                    <a:pt x="0" y="191"/>
                  </a:moveTo>
                  <a:cubicBezTo>
                    <a:pt x="75" y="131"/>
                    <a:pt x="147" y="67"/>
                    <a:pt x="216"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4"/>
            <p:cNvSpPr/>
            <p:nvPr/>
          </p:nvSpPr>
          <p:spPr bwMode="auto">
            <a:xfrm>
              <a:off x="1985963" y="0"/>
              <a:ext cx="3248025" cy="6848475"/>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5"/>
            <p:cNvSpPr/>
            <p:nvPr/>
          </p:nvSpPr>
          <p:spPr bwMode="auto">
            <a:xfrm>
              <a:off x="9780588" y="6054725"/>
              <a:ext cx="865188" cy="793750"/>
            </a:xfrm>
            <a:custGeom>
              <a:avLst/>
              <a:gdLst/>
              <a:ahLst/>
              <a:cxnLst/>
              <a:rect l="0" t="0" r="r" b="b"/>
              <a:pathLst>
                <a:path w="182" h="167">
                  <a:moveTo>
                    <a:pt x="0" y="167"/>
                  </a:moveTo>
                  <a:cubicBezTo>
                    <a:pt x="63" y="114"/>
                    <a:pt x="123" y="58"/>
                    <a:pt x="182"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16"/>
            <p:cNvSpPr/>
            <p:nvPr/>
          </p:nvSpPr>
          <p:spPr bwMode="auto">
            <a:xfrm>
              <a:off x="1871663" y="0"/>
              <a:ext cx="3233738" cy="6848475"/>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17"/>
            <p:cNvSpPr/>
            <p:nvPr/>
          </p:nvSpPr>
          <p:spPr bwMode="auto">
            <a:xfrm>
              <a:off x="9956800" y="6216650"/>
              <a:ext cx="688975" cy="631825"/>
            </a:xfrm>
            <a:custGeom>
              <a:avLst/>
              <a:gdLst/>
              <a:ahLst/>
              <a:cxnLst/>
              <a:rect l="0" t="0" r="r" b="b"/>
              <a:pathLst>
                <a:path w="145" h="133">
                  <a:moveTo>
                    <a:pt x="0" y="133"/>
                  </a:moveTo>
                  <a:cubicBezTo>
                    <a:pt x="50" y="90"/>
                    <a:pt x="98" y="46"/>
                    <a:pt x="14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18"/>
            <p:cNvSpPr/>
            <p:nvPr/>
          </p:nvSpPr>
          <p:spPr bwMode="auto">
            <a:xfrm>
              <a:off x="1466850" y="0"/>
              <a:ext cx="3424238" cy="6848475"/>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2" name="Freeform 19"/>
            <p:cNvSpPr/>
            <p:nvPr/>
          </p:nvSpPr>
          <p:spPr bwMode="auto">
            <a:xfrm>
              <a:off x="10264775" y="6519863"/>
              <a:ext cx="381000" cy="328613"/>
            </a:xfrm>
            <a:custGeom>
              <a:avLst/>
              <a:gdLst/>
              <a:ahLst/>
              <a:cxnLst/>
              <a:rect l="0" t="0" r="r" b="b"/>
              <a:pathLst>
                <a:path w="80" h="69">
                  <a:moveTo>
                    <a:pt x="0" y="69"/>
                  </a:moveTo>
                  <a:cubicBezTo>
                    <a:pt x="27" y="47"/>
                    <a:pt x="53" y="24"/>
                    <a:pt x="8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20"/>
            <p:cNvSpPr/>
            <p:nvPr/>
          </p:nvSpPr>
          <p:spPr bwMode="auto">
            <a:xfrm>
              <a:off x="1581150" y="0"/>
              <a:ext cx="2720975" cy="6848475"/>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4" name="Freeform 21"/>
            <p:cNvSpPr/>
            <p:nvPr/>
          </p:nvSpPr>
          <p:spPr bwMode="auto">
            <a:xfrm>
              <a:off x="1243013" y="0"/>
              <a:ext cx="2949575" cy="6848475"/>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105" name="Freeform 22"/>
            <p:cNvSpPr/>
            <p:nvPr/>
          </p:nvSpPr>
          <p:spPr bwMode="auto">
            <a:xfrm>
              <a:off x="1524000" y="0"/>
              <a:ext cx="1446213" cy="2030413"/>
            </a:xfrm>
            <a:custGeom>
              <a:avLst/>
              <a:gdLst/>
              <a:ahLst/>
              <a:cxnLst/>
              <a:rect l="0" t="0" r="r" b="b"/>
              <a:pathLst>
                <a:path w="304" h="427">
                  <a:moveTo>
                    <a:pt x="304" y="0"/>
                  </a:moveTo>
                  <a:cubicBezTo>
                    <a:pt x="170" y="120"/>
                    <a:pt x="69" y="267"/>
                    <a:pt x="0" y="42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3"/>
            <p:cNvSpPr/>
            <p:nvPr/>
          </p:nvSpPr>
          <p:spPr bwMode="auto">
            <a:xfrm>
              <a:off x="1524000" y="9525"/>
              <a:ext cx="1246188" cy="1641475"/>
            </a:xfrm>
            <a:custGeom>
              <a:avLst/>
              <a:gdLst/>
              <a:ahLst/>
              <a:cxnLst/>
              <a:rect l="0" t="0" r="r" b="b"/>
              <a:pathLst>
                <a:path w="262" h="345">
                  <a:moveTo>
                    <a:pt x="262" y="0"/>
                  </a:moveTo>
                  <a:cubicBezTo>
                    <a:pt x="152" y="102"/>
                    <a:pt x="65" y="217"/>
                    <a:pt x="0" y="34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4"/>
            <p:cNvSpPr/>
            <p:nvPr/>
          </p:nvSpPr>
          <p:spPr bwMode="auto">
            <a:xfrm>
              <a:off x="1524000" y="0"/>
              <a:ext cx="1036638" cy="1212850"/>
            </a:xfrm>
            <a:custGeom>
              <a:avLst/>
              <a:gdLst/>
              <a:ahLst/>
              <a:cxnLst/>
              <a:rect l="0" t="0" r="r" b="b"/>
              <a:pathLst>
                <a:path w="218" h="255">
                  <a:moveTo>
                    <a:pt x="218" y="0"/>
                  </a:moveTo>
                  <a:cubicBezTo>
                    <a:pt x="137" y="77"/>
                    <a:pt x="62" y="162"/>
                    <a:pt x="0" y="25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42" name="Group 41"/>
          <p:cNvGrpSpPr/>
          <p:nvPr/>
        </p:nvGrpSpPr>
        <p:grpSpPr>
          <a:xfrm>
            <a:off x="1137920" y="3021493"/>
            <a:ext cx="5842759" cy="6169637"/>
            <a:chOff x="640080" y="1699589"/>
            <a:chExt cx="3286552" cy="3470421"/>
          </a:xfrm>
        </p:grpSpPr>
        <p:sp>
          <p:nvSpPr>
            <p:cNvPr id="43" name="Rectangle 42"/>
            <p:cNvSpPr/>
            <p:nvPr/>
          </p:nvSpPr>
          <p:spPr>
            <a:xfrm>
              <a:off x="644453" y="1699589"/>
              <a:ext cx="327780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4" name="Isosceles Triangle 22"/>
            <p:cNvSpPr/>
            <p:nvPr/>
          </p:nvSpPr>
          <p:spPr>
            <a:xfrm rot="10800000">
              <a:off x="2125363" y="48976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5" name="Rectangle 44"/>
            <p:cNvSpPr/>
            <p:nvPr/>
          </p:nvSpPr>
          <p:spPr>
            <a:xfrm>
              <a:off x="640080" y="2275661"/>
              <a:ext cx="32865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1289875" y="4177644"/>
            <a:ext cx="5532528" cy="2178487"/>
          </a:xfrm>
        </p:spPr>
        <p:txBody>
          <a:bodyPr bIns="0" anchor="b">
            <a:noAutofit/>
          </a:bodyPr>
          <a:lstStyle>
            <a:lvl1pPr algn="ctr">
              <a:defRPr sz="4978">
                <a:solidFill>
                  <a:srgbClr val="FFFEFF"/>
                </a:solidFill>
              </a:defRPr>
            </a:lvl1pPr>
          </a:lstStyle>
          <a:p>
            <a:r>
              <a:rPr lang="en-GB"/>
              <a:t>Click to edit Master title style</a:t>
            </a:r>
            <a:endParaRPr lang="en-US" dirty="0"/>
          </a:p>
        </p:txBody>
      </p:sp>
      <p:sp>
        <p:nvSpPr>
          <p:cNvPr id="3" name="Content Placeholder 2"/>
          <p:cNvSpPr>
            <a:spLocks noGrp="1"/>
          </p:cNvSpPr>
          <p:nvPr>
            <p:ph idx="1"/>
          </p:nvPr>
        </p:nvSpPr>
        <p:spPr>
          <a:xfrm>
            <a:off x="7850109" y="1424694"/>
            <a:ext cx="7281143" cy="933243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289875" y="6356132"/>
            <a:ext cx="5532528" cy="2203648"/>
          </a:xfrm>
        </p:spPr>
        <p:txBody>
          <a:bodyPr>
            <a:normAutofit/>
          </a:bodyPr>
          <a:lstStyle>
            <a:lvl1pPr marL="0" indent="0" algn="ctr">
              <a:buNone/>
              <a:defRPr sz="2489">
                <a:solidFill>
                  <a:srgbClr val="FFFEFF"/>
                </a:solidFill>
              </a:defRPr>
            </a:lvl1pPr>
            <a:lvl2pPr marL="609608" indent="0">
              <a:buNone/>
              <a:defRPr sz="1867"/>
            </a:lvl2pPr>
            <a:lvl3pPr marL="1219215" indent="0">
              <a:buNone/>
              <a:defRPr sz="1600"/>
            </a:lvl3pPr>
            <a:lvl4pPr marL="1828823" indent="0">
              <a:buNone/>
              <a:defRPr sz="1333"/>
            </a:lvl4pPr>
            <a:lvl5pPr marL="2438430" indent="0">
              <a:buNone/>
              <a:defRPr sz="1333"/>
            </a:lvl5pPr>
            <a:lvl6pPr marL="3048038" indent="0">
              <a:buNone/>
              <a:defRPr sz="1333"/>
            </a:lvl6pPr>
            <a:lvl7pPr marL="3657646" indent="0">
              <a:buNone/>
              <a:defRPr sz="1333"/>
            </a:lvl7pPr>
            <a:lvl8pPr marL="4267253" indent="0">
              <a:buNone/>
              <a:defRPr sz="1333"/>
            </a:lvl8pPr>
            <a:lvl9pPr marL="4876861" indent="0">
              <a:buNone/>
              <a:defRPr sz="1333"/>
            </a:lvl9pPr>
          </a:lstStyle>
          <a:p>
            <a:pPr lvl="0"/>
            <a:r>
              <a:rPr lang="en-GB"/>
              <a:t>Click to edit Master text styles</a:t>
            </a:r>
          </a:p>
        </p:txBody>
      </p:sp>
      <p:sp>
        <p:nvSpPr>
          <p:cNvPr id="5" name="Date Placeholder 4"/>
          <p:cNvSpPr>
            <a:spLocks noGrp="1"/>
          </p:cNvSpPr>
          <p:nvPr>
            <p:ph type="dt" sz="half" idx="10"/>
          </p:nvPr>
        </p:nvSpPr>
        <p:spPr/>
        <p:txBody>
          <a:bodyPr/>
          <a:lstStyle/>
          <a:p>
            <a:fld id="{9EA248A4-0EF5-9F4C-A5D9-28B41711222C}" type="datetimeFigureOut">
              <a:rPr lang="en-US" smtClean="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565F59-B5F0-0948-A4F1-63E2C4E155AD}" type="slidenum">
              <a:rPr lang="en-US" smtClean="0"/>
              <a:t>‹#›</a:t>
            </a:fld>
            <a:endParaRPr lang="en-US"/>
          </a:p>
        </p:txBody>
      </p:sp>
    </p:spTree>
    <p:extLst>
      <p:ext uri="{BB962C8B-B14F-4D97-AF65-F5344CB8AC3E}">
        <p14:creationId xmlns:p14="http://schemas.microsoft.com/office/powerpoint/2010/main" val="1809231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429" name="Group 428"/>
          <p:cNvGrpSpPr/>
          <p:nvPr/>
        </p:nvGrpSpPr>
        <p:grpSpPr>
          <a:xfrm>
            <a:off x="1" y="0"/>
            <a:ext cx="16986956" cy="12183534"/>
            <a:chOff x="1524000" y="0"/>
            <a:chExt cx="9555163" cy="6853238"/>
          </a:xfrm>
        </p:grpSpPr>
        <p:sp>
          <p:nvSpPr>
            <p:cNvPr id="430" name="Freeform 6"/>
            <p:cNvSpPr/>
            <p:nvPr/>
          </p:nvSpPr>
          <p:spPr bwMode="auto">
            <a:xfrm>
              <a:off x="1524000" y="1331913"/>
              <a:ext cx="7837488" cy="5521325"/>
            </a:xfrm>
            <a:custGeom>
              <a:avLst/>
              <a:gdLst/>
              <a:ahLst/>
              <a:cxnLst/>
              <a:rect l="0" t="0" r="r" b="b"/>
              <a:pathLst>
                <a:path w="1648" h="1161">
                  <a:moveTo>
                    <a:pt x="1362" y="1161"/>
                  </a:moveTo>
                  <a:cubicBezTo>
                    <a:pt x="1648" y="920"/>
                    <a:pt x="1283" y="505"/>
                    <a:pt x="1097" y="326"/>
                  </a:cubicBezTo>
                  <a:cubicBezTo>
                    <a:pt x="926" y="162"/>
                    <a:pt x="709" y="35"/>
                    <a:pt x="470" y="14"/>
                  </a:cubicBezTo>
                  <a:cubicBezTo>
                    <a:pt x="315" y="0"/>
                    <a:pt x="142" y="49"/>
                    <a:pt x="0" y="138"/>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1" name="Freeform 7"/>
            <p:cNvSpPr/>
            <p:nvPr/>
          </p:nvSpPr>
          <p:spPr bwMode="auto">
            <a:xfrm>
              <a:off x="1524000" y="5564188"/>
              <a:ext cx="1412875" cy="1284288"/>
            </a:xfrm>
            <a:custGeom>
              <a:avLst/>
              <a:gdLst/>
              <a:ahLst/>
              <a:cxnLst/>
              <a:rect l="0" t="0" r="r" b="b"/>
              <a:pathLst>
                <a:path w="297" h="270">
                  <a:moveTo>
                    <a:pt x="0" y="0"/>
                  </a:moveTo>
                  <a:cubicBezTo>
                    <a:pt x="73" y="119"/>
                    <a:pt x="186" y="220"/>
                    <a:pt x="297" y="27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2" name="Freeform 8"/>
            <p:cNvSpPr/>
            <p:nvPr/>
          </p:nvSpPr>
          <p:spPr bwMode="auto">
            <a:xfrm>
              <a:off x="1524000" y="2030413"/>
              <a:ext cx="6510338" cy="4813300"/>
            </a:xfrm>
            <a:custGeom>
              <a:avLst/>
              <a:gdLst/>
              <a:ahLst/>
              <a:cxnLst/>
              <a:rect l="0" t="0" r="r" b="b"/>
              <a:pathLst>
                <a:path w="1369" h="1012">
                  <a:moveTo>
                    <a:pt x="845" y="1012"/>
                  </a:moveTo>
                  <a:cubicBezTo>
                    <a:pt x="1043" y="967"/>
                    <a:pt x="1369" y="853"/>
                    <a:pt x="1263" y="588"/>
                  </a:cubicBezTo>
                  <a:cubicBezTo>
                    <a:pt x="1164" y="340"/>
                    <a:pt x="861" y="107"/>
                    <a:pt x="602" y="49"/>
                  </a:cubicBezTo>
                  <a:cubicBezTo>
                    <a:pt x="383" y="0"/>
                    <a:pt x="135" y="97"/>
                    <a:pt x="0" y="28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3" name="Freeform 9"/>
            <p:cNvSpPr/>
            <p:nvPr/>
          </p:nvSpPr>
          <p:spPr bwMode="auto">
            <a:xfrm>
              <a:off x="1528763" y="6207125"/>
              <a:ext cx="717550" cy="646113"/>
            </a:xfrm>
            <a:custGeom>
              <a:avLst/>
              <a:gdLst/>
              <a:ahLst/>
              <a:cxnLst/>
              <a:rect l="0" t="0" r="r" b="b"/>
              <a:pathLst>
                <a:path w="151" h="136">
                  <a:moveTo>
                    <a:pt x="0" y="0"/>
                  </a:moveTo>
                  <a:cubicBezTo>
                    <a:pt x="45" y="52"/>
                    <a:pt x="97" y="99"/>
                    <a:pt x="151" y="13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4" name="Freeform 10"/>
            <p:cNvSpPr/>
            <p:nvPr/>
          </p:nvSpPr>
          <p:spPr bwMode="auto">
            <a:xfrm>
              <a:off x="1524000" y="1806575"/>
              <a:ext cx="6753225" cy="5046663"/>
            </a:xfrm>
            <a:custGeom>
              <a:avLst/>
              <a:gdLst/>
              <a:ahLst/>
              <a:cxnLst/>
              <a:rect l="0" t="0" r="r" b="b"/>
              <a:pathLst>
                <a:path w="1420" h="1061">
                  <a:moveTo>
                    <a:pt x="1034" y="1061"/>
                  </a:moveTo>
                  <a:cubicBezTo>
                    <a:pt x="1148" y="1019"/>
                    <a:pt x="1283" y="957"/>
                    <a:pt x="1345" y="845"/>
                  </a:cubicBezTo>
                  <a:cubicBezTo>
                    <a:pt x="1420" y="710"/>
                    <a:pt x="1338" y="570"/>
                    <a:pt x="1249" y="466"/>
                  </a:cubicBezTo>
                  <a:cubicBezTo>
                    <a:pt x="1068" y="253"/>
                    <a:pt x="816" y="57"/>
                    <a:pt x="530" y="23"/>
                  </a:cubicBezTo>
                  <a:cubicBezTo>
                    <a:pt x="336" y="0"/>
                    <a:pt x="140" y="87"/>
                    <a:pt x="0" y="22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5" name="Freeform 11"/>
            <p:cNvSpPr/>
            <p:nvPr/>
          </p:nvSpPr>
          <p:spPr bwMode="auto">
            <a:xfrm>
              <a:off x="1524000" y="669925"/>
              <a:ext cx="8797925" cy="6183313"/>
            </a:xfrm>
            <a:custGeom>
              <a:avLst/>
              <a:gdLst/>
              <a:ahLst/>
              <a:cxnLst/>
              <a:rect l="0" t="0" r="r" b="b"/>
              <a:pathLst>
                <a:path w="1850" h="1300">
                  <a:moveTo>
                    <a:pt x="1552" y="1300"/>
                  </a:moveTo>
                  <a:cubicBezTo>
                    <a:pt x="1850" y="1019"/>
                    <a:pt x="1504" y="652"/>
                    <a:pt x="1288" y="447"/>
                  </a:cubicBezTo>
                  <a:cubicBezTo>
                    <a:pt x="1085" y="255"/>
                    <a:pt x="838" y="90"/>
                    <a:pt x="559" y="37"/>
                  </a:cubicBezTo>
                  <a:cubicBezTo>
                    <a:pt x="364" y="0"/>
                    <a:pt x="171" y="40"/>
                    <a:pt x="0" y="131"/>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6" name="Freeform 12"/>
            <p:cNvSpPr/>
            <p:nvPr/>
          </p:nvSpPr>
          <p:spPr bwMode="auto">
            <a:xfrm>
              <a:off x="1524000" y="119063"/>
              <a:ext cx="9555163" cy="6734175"/>
            </a:xfrm>
            <a:custGeom>
              <a:avLst/>
              <a:gdLst/>
              <a:ahLst/>
              <a:cxnLst/>
              <a:rect l="0" t="0" r="r" b="b"/>
              <a:pathLst>
                <a:path w="2009" h="1416">
                  <a:moveTo>
                    <a:pt x="1725" y="1416"/>
                  </a:moveTo>
                  <a:cubicBezTo>
                    <a:pt x="2009" y="1117"/>
                    <a:pt x="1728" y="785"/>
                    <a:pt x="1492" y="565"/>
                  </a:cubicBezTo>
                  <a:cubicBezTo>
                    <a:pt x="1248" y="339"/>
                    <a:pt x="961" y="143"/>
                    <a:pt x="635" y="61"/>
                  </a:cubicBezTo>
                  <a:cubicBezTo>
                    <a:pt x="392" y="0"/>
                    <a:pt x="190" y="18"/>
                    <a:pt x="0" y="10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7" name="Freeform 13"/>
            <p:cNvSpPr/>
            <p:nvPr/>
          </p:nvSpPr>
          <p:spPr bwMode="auto">
            <a:xfrm>
              <a:off x="5419725" y="4763"/>
              <a:ext cx="5216525" cy="5368925"/>
            </a:xfrm>
            <a:custGeom>
              <a:avLst/>
              <a:gdLst/>
              <a:ahLst/>
              <a:cxnLst/>
              <a:rect l="0" t="0" r="r" b="b"/>
              <a:pathLst>
                <a:path w="1097" h="1129">
                  <a:moveTo>
                    <a:pt x="1097" y="1129"/>
                  </a:moveTo>
                  <a:cubicBezTo>
                    <a:pt x="1031" y="909"/>
                    <a:pt x="843" y="701"/>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8" name="Freeform 15"/>
            <p:cNvSpPr/>
            <p:nvPr/>
          </p:nvSpPr>
          <p:spPr bwMode="auto">
            <a:xfrm>
              <a:off x="5813425" y="4763"/>
              <a:ext cx="4832350" cy="4822825"/>
            </a:xfrm>
            <a:custGeom>
              <a:avLst/>
              <a:gdLst/>
              <a:ahLst/>
              <a:cxnLst/>
              <a:rect l="0" t="0" r="r" b="b"/>
              <a:pathLst>
                <a:path w="1016" h="1014">
                  <a:moveTo>
                    <a:pt x="1016" y="1014"/>
                  </a:moveTo>
                  <a:cubicBezTo>
                    <a:pt x="934" y="849"/>
                    <a:pt x="802" y="6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9" name="Freeform 16"/>
            <p:cNvSpPr/>
            <p:nvPr/>
          </p:nvSpPr>
          <p:spPr bwMode="auto">
            <a:xfrm>
              <a:off x="6003925" y="4763"/>
              <a:ext cx="4641850" cy="4598988"/>
            </a:xfrm>
            <a:custGeom>
              <a:avLst/>
              <a:gdLst/>
              <a:ahLst/>
              <a:cxnLst/>
              <a:rect l="0" t="0" r="r" b="b"/>
              <a:pathLst>
                <a:path w="976" h="967">
                  <a:moveTo>
                    <a:pt x="976" y="967"/>
                  </a:moveTo>
                  <a:cubicBezTo>
                    <a:pt x="894" y="822"/>
                    <a:pt x="779" y="689"/>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440" name="Freeform 17"/>
            <p:cNvSpPr/>
            <p:nvPr/>
          </p:nvSpPr>
          <p:spPr bwMode="auto">
            <a:xfrm>
              <a:off x="6203950" y="0"/>
              <a:ext cx="4441825" cy="4237038"/>
            </a:xfrm>
            <a:custGeom>
              <a:avLst/>
              <a:gdLst/>
              <a:ahLst/>
              <a:cxnLst/>
              <a:rect l="0" t="0" r="r" b="b"/>
              <a:pathLst>
                <a:path w="934" h="891">
                  <a:moveTo>
                    <a:pt x="934" y="891"/>
                  </a:moveTo>
                  <a:cubicBezTo>
                    <a:pt x="863" y="783"/>
                    <a:pt x="778" y="684"/>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1" name="Freeform 18"/>
            <p:cNvSpPr/>
            <p:nvPr/>
          </p:nvSpPr>
          <p:spPr bwMode="auto">
            <a:xfrm>
              <a:off x="6456363" y="4763"/>
              <a:ext cx="4179888" cy="3986213"/>
            </a:xfrm>
            <a:custGeom>
              <a:avLst/>
              <a:gdLst/>
              <a:ahLst/>
              <a:cxnLst/>
              <a:rect l="0" t="0" r="r" b="b"/>
              <a:pathLst>
                <a:path w="879" h="838">
                  <a:moveTo>
                    <a:pt x="879" y="838"/>
                  </a:moveTo>
                  <a:cubicBezTo>
                    <a:pt x="821" y="755"/>
                    <a:pt x="756" y="679"/>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2" name="Freeform 19"/>
            <p:cNvSpPr/>
            <p:nvPr/>
          </p:nvSpPr>
          <p:spPr bwMode="auto">
            <a:xfrm>
              <a:off x="6869113" y="4763"/>
              <a:ext cx="3776663" cy="3838575"/>
            </a:xfrm>
            <a:custGeom>
              <a:avLst/>
              <a:gdLst/>
              <a:ahLst/>
              <a:cxnLst/>
              <a:rect l="0" t="0" r="r" b="b"/>
              <a:pathLst>
                <a:path w="794" h="807">
                  <a:moveTo>
                    <a:pt x="794" y="807"/>
                  </a:moveTo>
                  <a:cubicBezTo>
                    <a:pt x="745" y="739"/>
                    <a:pt x="695" y="676"/>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3" name="Freeform 20"/>
            <p:cNvSpPr/>
            <p:nvPr/>
          </p:nvSpPr>
          <p:spPr bwMode="auto">
            <a:xfrm>
              <a:off x="8758238" y="4763"/>
              <a:ext cx="1887538" cy="1355725"/>
            </a:xfrm>
            <a:custGeom>
              <a:avLst/>
              <a:gdLst/>
              <a:ahLst/>
              <a:cxnLst/>
              <a:rect l="0" t="0" r="r" b="b"/>
              <a:pathLst>
                <a:path w="397" h="285">
                  <a:moveTo>
                    <a:pt x="397" y="285"/>
                  </a:moveTo>
                  <a:cubicBezTo>
                    <a:pt x="270" y="182"/>
                    <a:pt x="138" y="8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4" name="Freeform 21"/>
            <p:cNvSpPr/>
            <p:nvPr/>
          </p:nvSpPr>
          <p:spPr bwMode="auto">
            <a:xfrm>
              <a:off x="9223375" y="9525"/>
              <a:ext cx="1422400" cy="1108075"/>
            </a:xfrm>
            <a:custGeom>
              <a:avLst/>
              <a:gdLst/>
              <a:ahLst/>
              <a:cxnLst/>
              <a:rect l="0" t="0" r="r" b="b"/>
              <a:pathLst>
                <a:path w="299" h="233">
                  <a:moveTo>
                    <a:pt x="299" y="233"/>
                  </a:moveTo>
                  <a:cubicBezTo>
                    <a:pt x="197" y="145"/>
                    <a:pt x="97" y="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5" name="Freeform 22"/>
            <p:cNvSpPr/>
            <p:nvPr/>
          </p:nvSpPr>
          <p:spPr bwMode="auto">
            <a:xfrm>
              <a:off x="10009188" y="4763"/>
              <a:ext cx="636588" cy="361950"/>
            </a:xfrm>
            <a:custGeom>
              <a:avLst/>
              <a:gdLst/>
              <a:ahLst/>
              <a:cxnLst/>
              <a:rect l="0" t="0" r="r" b="b"/>
              <a:pathLst>
                <a:path w="134" h="76">
                  <a:moveTo>
                    <a:pt x="0" y="0"/>
                  </a:moveTo>
                  <a:cubicBezTo>
                    <a:pt x="45" y="25"/>
                    <a:pt x="89" y="50"/>
                    <a:pt x="134" y="7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145712" y="3019257"/>
            <a:ext cx="7747115" cy="6169636"/>
            <a:chOff x="644463" y="1698332"/>
            <a:chExt cx="4357752" cy="3470420"/>
          </a:xfrm>
        </p:grpSpPr>
        <p:sp>
          <p:nvSpPr>
            <p:cNvPr id="77" name="Rectangle 76"/>
            <p:cNvSpPr/>
            <p:nvPr/>
          </p:nvSpPr>
          <p:spPr>
            <a:xfrm>
              <a:off x="644463" y="1698332"/>
              <a:ext cx="4357752"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644463" y="2274404"/>
              <a:ext cx="43577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27" name="Isosceles Triangle 9"/>
            <p:cNvSpPr/>
            <p:nvPr/>
          </p:nvSpPr>
          <p:spPr>
            <a:xfrm rot="10800000">
              <a:off x="2665346"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10052757" y="0"/>
            <a:ext cx="6203243" cy="12192000"/>
          </a:xfrm>
          <a:solidFill>
            <a:schemeClr val="bg1">
              <a:lumMod val="65000"/>
              <a:lumOff val="35000"/>
            </a:schemeClr>
          </a:solidFill>
          <a:ln w="9525" cap="sq">
            <a:noFill/>
            <a:miter lim="800000"/>
          </a:ln>
          <a:effectLst/>
        </p:spPr>
        <p:txBody>
          <a:bodyPr anchor="t"/>
          <a:lstStyle>
            <a:lvl1pPr marL="0" indent="0" algn="ctr">
              <a:buNone/>
              <a:defRPr sz="4267"/>
            </a:lvl1pPr>
            <a:lvl2pPr marL="609608" indent="0">
              <a:buNone/>
              <a:defRPr sz="3733"/>
            </a:lvl2pPr>
            <a:lvl3pPr marL="1219215" indent="0">
              <a:buNone/>
              <a:defRPr sz="3200"/>
            </a:lvl3pPr>
            <a:lvl4pPr marL="1828823" indent="0">
              <a:buNone/>
              <a:defRPr sz="2667"/>
            </a:lvl4pPr>
            <a:lvl5pPr marL="2438430" indent="0">
              <a:buNone/>
              <a:defRPr sz="2667"/>
            </a:lvl5pPr>
            <a:lvl6pPr marL="3048038" indent="0">
              <a:buNone/>
              <a:defRPr sz="2667"/>
            </a:lvl6pPr>
            <a:lvl7pPr marL="3657646" indent="0">
              <a:buNone/>
              <a:defRPr sz="2667"/>
            </a:lvl7pPr>
            <a:lvl8pPr marL="4267253" indent="0">
              <a:buNone/>
              <a:defRPr sz="2667"/>
            </a:lvl8pPr>
            <a:lvl9pPr marL="4876861" indent="0">
              <a:buNone/>
              <a:defRPr sz="2667"/>
            </a:lvl9pPr>
          </a:lstStyle>
          <a:p>
            <a:r>
              <a:rPr lang="en-GB"/>
              <a:t>Click icon to add picture</a:t>
            </a:r>
            <a:endParaRPr lang="en-US" dirty="0"/>
          </a:p>
        </p:txBody>
      </p:sp>
      <p:sp>
        <p:nvSpPr>
          <p:cNvPr id="2" name="Title 1"/>
          <p:cNvSpPr>
            <a:spLocks noGrp="1"/>
          </p:cNvSpPr>
          <p:nvPr>
            <p:ph type="title"/>
          </p:nvPr>
        </p:nvSpPr>
        <p:spPr>
          <a:xfrm>
            <a:off x="1286374" y="4153605"/>
            <a:ext cx="7462517" cy="2249847"/>
          </a:xfrm>
        </p:spPr>
        <p:txBody>
          <a:bodyPr bIns="0" anchor="b">
            <a:normAutofit/>
          </a:bodyPr>
          <a:lstStyle>
            <a:lvl1pPr>
              <a:defRPr sz="5689">
                <a:solidFill>
                  <a:srgbClr val="FFFEFF"/>
                </a:solidFill>
              </a:defRPr>
            </a:lvl1pPr>
          </a:lstStyle>
          <a:p>
            <a:r>
              <a:rPr lang="en-GB"/>
              <a:t>Click to edit Master title style</a:t>
            </a:r>
            <a:endParaRPr lang="en-US" dirty="0"/>
          </a:p>
        </p:txBody>
      </p:sp>
      <p:sp>
        <p:nvSpPr>
          <p:cNvPr id="4" name="Text Placeholder 3"/>
          <p:cNvSpPr>
            <a:spLocks noGrp="1"/>
          </p:cNvSpPr>
          <p:nvPr>
            <p:ph type="body" sz="half" idx="2"/>
          </p:nvPr>
        </p:nvSpPr>
        <p:spPr>
          <a:xfrm>
            <a:off x="1284114" y="6403452"/>
            <a:ext cx="7465340" cy="2159173"/>
          </a:xfrm>
        </p:spPr>
        <p:txBody>
          <a:bodyPr>
            <a:normAutofit/>
          </a:bodyPr>
          <a:lstStyle>
            <a:lvl1pPr marL="0" indent="0" algn="ctr">
              <a:buNone/>
              <a:defRPr sz="2489">
                <a:solidFill>
                  <a:srgbClr val="FFFEFF"/>
                </a:solidFill>
              </a:defRPr>
            </a:lvl1pPr>
            <a:lvl2pPr marL="609608" indent="0">
              <a:buNone/>
              <a:defRPr sz="1867"/>
            </a:lvl2pPr>
            <a:lvl3pPr marL="1219215" indent="0">
              <a:buNone/>
              <a:defRPr sz="1600"/>
            </a:lvl3pPr>
            <a:lvl4pPr marL="1828823" indent="0">
              <a:buNone/>
              <a:defRPr sz="1333"/>
            </a:lvl4pPr>
            <a:lvl5pPr marL="2438430" indent="0">
              <a:buNone/>
              <a:defRPr sz="1333"/>
            </a:lvl5pPr>
            <a:lvl6pPr marL="3048038" indent="0">
              <a:buNone/>
              <a:defRPr sz="1333"/>
            </a:lvl6pPr>
            <a:lvl7pPr marL="3657646" indent="0">
              <a:buNone/>
              <a:defRPr sz="1333"/>
            </a:lvl7pPr>
            <a:lvl8pPr marL="4267253" indent="0">
              <a:buNone/>
              <a:defRPr sz="1333"/>
            </a:lvl8pPr>
            <a:lvl9pPr marL="4876861" indent="0">
              <a:buNone/>
              <a:defRPr sz="1333"/>
            </a:lvl9pPr>
          </a:lstStyle>
          <a:p>
            <a:pPr lvl="0"/>
            <a:r>
              <a:rPr lang="en-GB"/>
              <a:t>Click to edit Master text styles</a:t>
            </a:r>
          </a:p>
        </p:txBody>
      </p:sp>
      <p:sp>
        <p:nvSpPr>
          <p:cNvPr id="5" name="Date Placeholder 4"/>
          <p:cNvSpPr>
            <a:spLocks noGrp="1"/>
          </p:cNvSpPr>
          <p:nvPr>
            <p:ph type="dt" sz="half" idx="10"/>
          </p:nvPr>
        </p:nvSpPr>
        <p:spPr>
          <a:xfrm>
            <a:off x="1137920" y="568960"/>
            <a:ext cx="4876800" cy="568960"/>
          </a:xfrm>
        </p:spPr>
        <p:txBody>
          <a:bodyPr/>
          <a:lstStyle/>
          <a:p>
            <a:fld id="{9EA248A4-0EF5-9F4C-A5D9-28B41711222C}" type="datetimeFigureOut">
              <a:rPr lang="en-US" smtClean="0"/>
              <a:t>4/27/26</a:t>
            </a:fld>
            <a:endParaRPr lang="en-US"/>
          </a:p>
        </p:txBody>
      </p:sp>
      <p:sp>
        <p:nvSpPr>
          <p:cNvPr id="6" name="Footer Placeholder 5"/>
          <p:cNvSpPr>
            <a:spLocks noGrp="1"/>
          </p:cNvSpPr>
          <p:nvPr>
            <p:ph type="ftr" sz="quarter" idx="11"/>
          </p:nvPr>
        </p:nvSpPr>
        <p:spPr>
          <a:xfrm>
            <a:off x="1137921" y="11070336"/>
            <a:ext cx="7748695" cy="568960"/>
          </a:xfrm>
        </p:spPr>
        <p:txBody>
          <a:bodyPr/>
          <a:lstStyle/>
          <a:p>
            <a:endParaRPr lang="en-US"/>
          </a:p>
        </p:txBody>
      </p:sp>
      <p:sp>
        <p:nvSpPr>
          <p:cNvPr id="7" name="Slide Number Placeholder 6"/>
          <p:cNvSpPr>
            <a:spLocks noGrp="1"/>
          </p:cNvSpPr>
          <p:nvPr>
            <p:ph type="sldNum" sz="quarter" idx="12"/>
          </p:nvPr>
        </p:nvSpPr>
        <p:spPr>
          <a:xfrm>
            <a:off x="7671934" y="568960"/>
            <a:ext cx="1219200" cy="568960"/>
          </a:xfrm>
        </p:spPr>
        <p:txBody>
          <a:bodyPr/>
          <a:lstStyle/>
          <a:p>
            <a:fld id="{2B565F59-B5F0-0948-A4F1-63E2C4E155AD}" type="slidenum">
              <a:rPr lang="en-US" smtClean="0"/>
              <a:t>‹#›</a:t>
            </a:fld>
            <a:endParaRPr lang="en-US"/>
          </a:p>
        </p:txBody>
      </p:sp>
    </p:spTree>
    <p:extLst>
      <p:ext uri="{BB962C8B-B14F-4D97-AF65-F5344CB8AC3E}">
        <p14:creationId xmlns:p14="http://schemas.microsoft.com/office/powerpoint/2010/main" val="1360847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85" name="Group 84"/>
          <p:cNvGrpSpPr/>
          <p:nvPr/>
        </p:nvGrpSpPr>
        <p:grpSpPr>
          <a:xfrm>
            <a:off x="-508845" y="1"/>
            <a:ext cx="16749794" cy="12192002"/>
            <a:chOff x="1243013" y="0"/>
            <a:chExt cx="9402763" cy="6858001"/>
          </a:xfrm>
        </p:grpSpPr>
        <p:sp>
          <p:nvSpPr>
            <p:cNvPr id="86" name="Freeform 5"/>
            <p:cNvSpPr/>
            <p:nvPr/>
          </p:nvSpPr>
          <p:spPr bwMode="auto">
            <a:xfrm>
              <a:off x="2289175" y="0"/>
              <a:ext cx="3867150" cy="6848475"/>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6"/>
            <p:cNvSpPr/>
            <p:nvPr/>
          </p:nvSpPr>
          <p:spPr bwMode="auto">
            <a:xfrm>
              <a:off x="9604375" y="9525"/>
              <a:ext cx="1041400" cy="328613"/>
            </a:xfrm>
            <a:custGeom>
              <a:avLst/>
              <a:gdLst/>
              <a:ahLst/>
              <a:cxnLst/>
              <a:rect l="0" t="0" r="r" b="b"/>
              <a:pathLst>
                <a:path w="219" h="69">
                  <a:moveTo>
                    <a:pt x="219" y="69"/>
                  </a:moveTo>
                  <a:cubicBezTo>
                    <a:pt x="147" y="41"/>
                    <a:pt x="71" y="1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7"/>
            <p:cNvSpPr/>
            <p:nvPr/>
          </p:nvSpPr>
          <p:spPr bwMode="auto">
            <a:xfrm>
              <a:off x="9223375" y="5578475"/>
              <a:ext cx="1422400" cy="1270000"/>
            </a:xfrm>
            <a:custGeom>
              <a:avLst/>
              <a:gdLst/>
              <a:ahLst/>
              <a:cxnLst/>
              <a:rect l="0" t="0" r="r" b="b"/>
              <a:pathLst>
                <a:path w="299" h="267">
                  <a:moveTo>
                    <a:pt x="0" y="267"/>
                  </a:moveTo>
                  <a:cubicBezTo>
                    <a:pt x="105" y="186"/>
                    <a:pt x="206" y="96"/>
                    <a:pt x="299"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8"/>
            <p:cNvSpPr/>
            <p:nvPr/>
          </p:nvSpPr>
          <p:spPr bwMode="auto">
            <a:xfrm>
              <a:off x="2103438" y="0"/>
              <a:ext cx="3681413" cy="6848475"/>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9"/>
            <p:cNvSpPr/>
            <p:nvPr/>
          </p:nvSpPr>
          <p:spPr bwMode="auto">
            <a:xfrm>
              <a:off x="10179050" y="9525"/>
              <a:ext cx="466725" cy="157163"/>
            </a:xfrm>
            <a:custGeom>
              <a:avLst/>
              <a:gdLst/>
              <a:ahLst/>
              <a:cxnLst/>
              <a:rect l="0" t="0" r="r" b="b"/>
              <a:pathLst>
                <a:path w="98" h="33">
                  <a:moveTo>
                    <a:pt x="98" y="33"/>
                  </a:moveTo>
                  <a:cubicBezTo>
                    <a:pt x="65" y="21"/>
                    <a:pt x="33" y="10"/>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0"/>
            <p:cNvSpPr/>
            <p:nvPr/>
          </p:nvSpPr>
          <p:spPr bwMode="auto">
            <a:xfrm>
              <a:off x="9471025" y="5811838"/>
              <a:ext cx="1174750" cy="1046163"/>
            </a:xfrm>
            <a:custGeom>
              <a:avLst/>
              <a:gdLst/>
              <a:ahLst/>
              <a:cxnLst/>
              <a:rect l="0" t="0" r="r" b="b"/>
              <a:pathLst>
                <a:path w="247" h="220">
                  <a:moveTo>
                    <a:pt x="0" y="220"/>
                  </a:moveTo>
                  <a:cubicBezTo>
                    <a:pt x="86" y="152"/>
                    <a:pt x="169" y="78"/>
                    <a:pt x="247"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2" name="Freeform 11"/>
            <p:cNvSpPr/>
            <p:nvPr/>
          </p:nvSpPr>
          <p:spPr bwMode="auto">
            <a:xfrm>
              <a:off x="1985963" y="0"/>
              <a:ext cx="3622675" cy="6848475"/>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2"/>
            <p:cNvSpPr/>
            <p:nvPr/>
          </p:nvSpPr>
          <p:spPr bwMode="auto">
            <a:xfrm>
              <a:off x="10479088" y="9525"/>
              <a:ext cx="166688" cy="57150"/>
            </a:xfrm>
            <a:custGeom>
              <a:avLst/>
              <a:gdLst/>
              <a:ahLst/>
              <a:cxnLst/>
              <a:rect l="0" t="0" r="r" b="b"/>
              <a:pathLst>
                <a:path w="35" h="12">
                  <a:moveTo>
                    <a:pt x="35" y="12"/>
                  </a:moveTo>
                  <a:cubicBezTo>
                    <a:pt x="23" y="8"/>
                    <a:pt x="12" y="4"/>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3"/>
            <p:cNvSpPr/>
            <p:nvPr/>
          </p:nvSpPr>
          <p:spPr bwMode="auto">
            <a:xfrm>
              <a:off x="9618663" y="5940425"/>
              <a:ext cx="1027113" cy="908050"/>
            </a:xfrm>
            <a:custGeom>
              <a:avLst/>
              <a:gdLst/>
              <a:ahLst/>
              <a:cxnLst/>
              <a:rect l="0" t="0" r="r" b="b"/>
              <a:pathLst>
                <a:path w="216" h="191">
                  <a:moveTo>
                    <a:pt x="0" y="191"/>
                  </a:moveTo>
                  <a:cubicBezTo>
                    <a:pt x="75" y="131"/>
                    <a:pt x="147" y="67"/>
                    <a:pt x="216"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4"/>
            <p:cNvSpPr/>
            <p:nvPr/>
          </p:nvSpPr>
          <p:spPr bwMode="auto">
            <a:xfrm>
              <a:off x="1985963" y="0"/>
              <a:ext cx="3248025" cy="6848475"/>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5"/>
            <p:cNvSpPr/>
            <p:nvPr/>
          </p:nvSpPr>
          <p:spPr bwMode="auto">
            <a:xfrm>
              <a:off x="9780588" y="6054725"/>
              <a:ext cx="865188" cy="793750"/>
            </a:xfrm>
            <a:custGeom>
              <a:avLst/>
              <a:gdLst/>
              <a:ahLst/>
              <a:cxnLst/>
              <a:rect l="0" t="0" r="r" b="b"/>
              <a:pathLst>
                <a:path w="182" h="167">
                  <a:moveTo>
                    <a:pt x="0" y="167"/>
                  </a:moveTo>
                  <a:cubicBezTo>
                    <a:pt x="63" y="114"/>
                    <a:pt x="123" y="58"/>
                    <a:pt x="182"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6"/>
            <p:cNvSpPr/>
            <p:nvPr/>
          </p:nvSpPr>
          <p:spPr bwMode="auto">
            <a:xfrm>
              <a:off x="1871663" y="0"/>
              <a:ext cx="3233738" cy="6848475"/>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7"/>
            <p:cNvSpPr/>
            <p:nvPr/>
          </p:nvSpPr>
          <p:spPr bwMode="auto">
            <a:xfrm>
              <a:off x="9956800" y="6216650"/>
              <a:ext cx="688975" cy="631825"/>
            </a:xfrm>
            <a:custGeom>
              <a:avLst/>
              <a:gdLst/>
              <a:ahLst/>
              <a:cxnLst/>
              <a:rect l="0" t="0" r="r" b="b"/>
              <a:pathLst>
                <a:path w="145" h="133">
                  <a:moveTo>
                    <a:pt x="0" y="133"/>
                  </a:moveTo>
                  <a:cubicBezTo>
                    <a:pt x="50" y="90"/>
                    <a:pt x="98" y="46"/>
                    <a:pt x="14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18"/>
            <p:cNvSpPr/>
            <p:nvPr/>
          </p:nvSpPr>
          <p:spPr bwMode="auto">
            <a:xfrm>
              <a:off x="1466850" y="0"/>
              <a:ext cx="3424238" cy="6848475"/>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19"/>
            <p:cNvSpPr/>
            <p:nvPr/>
          </p:nvSpPr>
          <p:spPr bwMode="auto">
            <a:xfrm>
              <a:off x="10264775" y="6519863"/>
              <a:ext cx="381000" cy="328613"/>
            </a:xfrm>
            <a:custGeom>
              <a:avLst/>
              <a:gdLst/>
              <a:ahLst/>
              <a:cxnLst/>
              <a:rect l="0" t="0" r="r" b="b"/>
              <a:pathLst>
                <a:path w="80" h="69">
                  <a:moveTo>
                    <a:pt x="0" y="69"/>
                  </a:moveTo>
                  <a:cubicBezTo>
                    <a:pt x="27" y="47"/>
                    <a:pt x="53" y="24"/>
                    <a:pt x="8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0"/>
            <p:cNvSpPr/>
            <p:nvPr/>
          </p:nvSpPr>
          <p:spPr bwMode="auto">
            <a:xfrm>
              <a:off x="1581150" y="0"/>
              <a:ext cx="2720975" cy="6848475"/>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21"/>
            <p:cNvSpPr/>
            <p:nvPr/>
          </p:nvSpPr>
          <p:spPr bwMode="auto">
            <a:xfrm>
              <a:off x="1243013" y="0"/>
              <a:ext cx="2949575" cy="6848475"/>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103" name="Freeform 22"/>
            <p:cNvSpPr/>
            <p:nvPr/>
          </p:nvSpPr>
          <p:spPr bwMode="auto">
            <a:xfrm>
              <a:off x="1524000" y="0"/>
              <a:ext cx="1446213" cy="2030413"/>
            </a:xfrm>
            <a:custGeom>
              <a:avLst/>
              <a:gdLst/>
              <a:ahLst/>
              <a:cxnLst/>
              <a:rect l="0" t="0" r="r" b="b"/>
              <a:pathLst>
                <a:path w="304" h="427">
                  <a:moveTo>
                    <a:pt x="304" y="0"/>
                  </a:moveTo>
                  <a:cubicBezTo>
                    <a:pt x="170" y="120"/>
                    <a:pt x="69" y="267"/>
                    <a:pt x="0" y="42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23"/>
            <p:cNvSpPr/>
            <p:nvPr/>
          </p:nvSpPr>
          <p:spPr bwMode="auto">
            <a:xfrm>
              <a:off x="1524000" y="9525"/>
              <a:ext cx="1246188" cy="1641475"/>
            </a:xfrm>
            <a:custGeom>
              <a:avLst/>
              <a:gdLst/>
              <a:ahLst/>
              <a:cxnLst/>
              <a:rect l="0" t="0" r="r" b="b"/>
              <a:pathLst>
                <a:path w="262" h="345">
                  <a:moveTo>
                    <a:pt x="262" y="0"/>
                  </a:moveTo>
                  <a:cubicBezTo>
                    <a:pt x="152" y="102"/>
                    <a:pt x="65" y="217"/>
                    <a:pt x="0" y="34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4"/>
            <p:cNvSpPr/>
            <p:nvPr/>
          </p:nvSpPr>
          <p:spPr bwMode="auto">
            <a:xfrm>
              <a:off x="1524000" y="0"/>
              <a:ext cx="1036638" cy="1212850"/>
            </a:xfrm>
            <a:custGeom>
              <a:avLst/>
              <a:gdLst/>
              <a:ahLst/>
              <a:cxnLst/>
              <a:rect l="0" t="0" r="r" b="b"/>
              <a:pathLst>
                <a:path w="218" h="255">
                  <a:moveTo>
                    <a:pt x="218" y="0"/>
                  </a:moveTo>
                  <a:cubicBezTo>
                    <a:pt x="137" y="77"/>
                    <a:pt x="62" y="162"/>
                    <a:pt x="0" y="25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32" name="Group 31"/>
          <p:cNvGrpSpPr/>
          <p:nvPr/>
        </p:nvGrpSpPr>
        <p:grpSpPr>
          <a:xfrm>
            <a:off x="1137920" y="3021493"/>
            <a:ext cx="5842759" cy="6169637"/>
            <a:chOff x="640080" y="1699589"/>
            <a:chExt cx="3286552" cy="3470421"/>
          </a:xfrm>
        </p:grpSpPr>
        <p:sp>
          <p:nvSpPr>
            <p:cNvPr id="42" name="Rectangle 41"/>
            <p:cNvSpPr/>
            <p:nvPr/>
          </p:nvSpPr>
          <p:spPr>
            <a:xfrm>
              <a:off x="644453" y="1699589"/>
              <a:ext cx="327780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3" name="Isosceles Triangle 22"/>
            <p:cNvSpPr/>
            <p:nvPr/>
          </p:nvSpPr>
          <p:spPr>
            <a:xfrm rot="10800000">
              <a:off x="2125363" y="48976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4" name="Rectangle 43"/>
            <p:cNvSpPr/>
            <p:nvPr/>
          </p:nvSpPr>
          <p:spPr>
            <a:xfrm>
              <a:off x="640080" y="2275661"/>
              <a:ext cx="32865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1286732" y="4177646"/>
            <a:ext cx="5535671" cy="4396043"/>
          </a:xfrm>
        </p:spPr>
        <p:txBody>
          <a:bodyPr/>
          <a:lstStyle>
            <a:lvl1pPr>
              <a:defRPr>
                <a:solidFill>
                  <a:srgbClr val="FFFEFF"/>
                </a:solidFil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7850109" y="1412834"/>
            <a:ext cx="7281143" cy="93459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EA248A4-0EF5-9F4C-A5D9-28B41711222C}"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565F59-B5F0-0948-A4F1-63E2C4E155AD}" type="slidenum">
              <a:rPr lang="en-US" smtClean="0"/>
              <a:t>‹#›</a:t>
            </a:fld>
            <a:endParaRPr lang="en-US"/>
          </a:p>
        </p:txBody>
      </p:sp>
    </p:spTree>
    <p:extLst>
      <p:ext uri="{BB962C8B-B14F-4D97-AF65-F5344CB8AC3E}">
        <p14:creationId xmlns:p14="http://schemas.microsoft.com/office/powerpoint/2010/main" val="2756462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51" name="Group 50"/>
          <p:cNvGrpSpPr/>
          <p:nvPr/>
        </p:nvGrpSpPr>
        <p:grpSpPr>
          <a:xfrm flipH="1">
            <a:off x="1" y="1"/>
            <a:ext cx="16749794" cy="12192002"/>
            <a:chOff x="1243013" y="0"/>
            <a:chExt cx="9402763" cy="6858001"/>
          </a:xfrm>
        </p:grpSpPr>
        <p:sp>
          <p:nvSpPr>
            <p:cNvPr id="52" name="Freeform 5"/>
            <p:cNvSpPr/>
            <p:nvPr/>
          </p:nvSpPr>
          <p:spPr bwMode="auto">
            <a:xfrm>
              <a:off x="2289175" y="0"/>
              <a:ext cx="3867150" cy="6848475"/>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6"/>
            <p:cNvSpPr/>
            <p:nvPr/>
          </p:nvSpPr>
          <p:spPr bwMode="auto">
            <a:xfrm>
              <a:off x="9604375" y="9525"/>
              <a:ext cx="1041400" cy="328613"/>
            </a:xfrm>
            <a:custGeom>
              <a:avLst/>
              <a:gdLst/>
              <a:ahLst/>
              <a:cxnLst/>
              <a:rect l="0" t="0" r="r" b="b"/>
              <a:pathLst>
                <a:path w="219" h="69">
                  <a:moveTo>
                    <a:pt x="219" y="69"/>
                  </a:moveTo>
                  <a:cubicBezTo>
                    <a:pt x="147" y="41"/>
                    <a:pt x="71" y="1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7"/>
            <p:cNvSpPr/>
            <p:nvPr/>
          </p:nvSpPr>
          <p:spPr bwMode="auto">
            <a:xfrm>
              <a:off x="9223375" y="5578475"/>
              <a:ext cx="1422400" cy="1270000"/>
            </a:xfrm>
            <a:custGeom>
              <a:avLst/>
              <a:gdLst/>
              <a:ahLst/>
              <a:cxnLst/>
              <a:rect l="0" t="0" r="r" b="b"/>
              <a:pathLst>
                <a:path w="299" h="267">
                  <a:moveTo>
                    <a:pt x="0" y="267"/>
                  </a:moveTo>
                  <a:cubicBezTo>
                    <a:pt x="105" y="186"/>
                    <a:pt x="206" y="96"/>
                    <a:pt x="299"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8"/>
            <p:cNvSpPr/>
            <p:nvPr/>
          </p:nvSpPr>
          <p:spPr bwMode="auto">
            <a:xfrm>
              <a:off x="2103438" y="0"/>
              <a:ext cx="3681413" cy="6848475"/>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6" name="Freeform 9"/>
            <p:cNvSpPr/>
            <p:nvPr/>
          </p:nvSpPr>
          <p:spPr bwMode="auto">
            <a:xfrm>
              <a:off x="10179050" y="9525"/>
              <a:ext cx="466725" cy="157163"/>
            </a:xfrm>
            <a:custGeom>
              <a:avLst/>
              <a:gdLst/>
              <a:ahLst/>
              <a:cxnLst/>
              <a:rect l="0" t="0" r="r" b="b"/>
              <a:pathLst>
                <a:path w="98" h="33">
                  <a:moveTo>
                    <a:pt x="98" y="33"/>
                  </a:moveTo>
                  <a:cubicBezTo>
                    <a:pt x="65" y="21"/>
                    <a:pt x="33" y="10"/>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7" name="Freeform 10"/>
            <p:cNvSpPr/>
            <p:nvPr/>
          </p:nvSpPr>
          <p:spPr bwMode="auto">
            <a:xfrm>
              <a:off x="9471025" y="5811838"/>
              <a:ext cx="1174750" cy="1046163"/>
            </a:xfrm>
            <a:custGeom>
              <a:avLst/>
              <a:gdLst/>
              <a:ahLst/>
              <a:cxnLst/>
              <a:rect l="0" t="0" r="r" b="b"/>
              <a:pathLst>
                <a:path w="247" h="220">
                  <a:moveTo>
                    <a:pt x="0" y="220"/>
                  </a:moveTo>
                  <a:cubicBezTo>
                    <a:pt x="86" y="152"/>
                    <a:pt x="169" y="78"/>
                    <a:pt x="247"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8" name="Freeform 11"/>
            <p:cNvSpPr/>
            <p:nvPr/>
          </p:nvSpPr>
          <p:spPr bwMode="auto">
            <a:xfrm>
              <a:off x="1985963" y="0"/>
              <a:ext cx="3622675" cy="6848475"/>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12"/>
            <p:cNvSpPr/>
            <p:nvPr/>
          </p:nvSpPr>
          <p:spPr bwMode="auto">
            <a:xfrm>
              <a:off x="10479088" y="9525"/>
              <a:ext cx="166688" cy="57150"/>
            </a:xfrm>
            <a:custGeom>
              <a:avLst/>
              <a:gdLst/>
              <a:ahLst/>
              <a:cxnLst/>
              <a:rect l="0" t="0" r="r" b="b"/>
              <a:pathLst>
                <a:path w="35" h="12">
                  <a:moveTo>
                    <a:pt x="35" y="12"/>
                  </a:moveTo>
                  <a:cubicBezTo>
                    <a:pt x="23" y="8"/>
                    <a:pt x="12" y="4"/>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13"/>
            <p:cNvSpPr/>
            <p:nvPr/>
          </p:nvSpPr>
          <p:spPr bwMode="auto">
            <a:xfrm>
              <a:off x="9618663" y="5940425"/>
              <a:ext cx="1027113" cy="908050"/>
            </a:xfrm>
            <a:custGeom>
              <a:avLst/>
              <a:gdLst/>
              <a:ahLst/>
              <a:cxnLst/>
              <a:rect l="0" t="0" r="r" b="b"/>
              <a:pathLst>
                <a:path w="216" h="191">
                  <a:moveTo>
                    <a:pt x="0" y="191"/>
                  </a:moveTo>
                  <a:cubicBezTo>
                    <a:pt x="75" y="131"/>
                    <a:pt x="147" y="67"/>
                    <a:pt x="216"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1" name="Freeform 14"/>
            <p:cNvSpPr/>
            <p:nvPr/>
          </p:nvSpPr>
          <p:spPr bwMode="auto">
            <a:xfrm>
              <a:off x="1985963" y="0"/>
              <a:ext cx="3248025" cy="6848475"/>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2" name="Freeform 15"/>
            <p:cNvSpPr/>
            <p:nvPr/>
          </p:nvSpPr>
          <p:spPr bwMode="auto">
            <a:xfrm>
              <a:off x="9780588" y="6054725"/>
              <a:ext cx="865188" cy="793750"/>
            </a:xfrm>
            <a:custGeom>
              <a:avLst/>
              <a:gdLst/>
              <a:ahLst/>
              <a:cxnLst/>
              <a:rect l="0" t="0" r="r" b="b"/>
              <a:pathLst>
                <a:path w="182" h="167">
                  <a:moveTo>
                    <a:pt x="0" y="167"/>
                  </a:moveTo>
                  <a:cubicBezTo>
                    <a:pt x="63" y="114"/>
                    <a:pt x="123" y="58"/>
                    <a:pt x="182"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3" name="Freeform 16"/>
            <p:cNvSpPr/>
            <p:nvPr/>
          </p:nvSpPr>
          <p:spPr bwMode="auto">
            <a:xfrm>
              <a:off x="1871663" y="0"/>
              <a:ext cx="3233738" cy="6848475"/>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4" name="Freeform 17"/>
            <p:cNvSpPr/>
            <p:nvPr/>
          </p:nvSpPr>
          <p:spPr bwMode="auto">
            <a:xfrm>
              <a:off x="9956800" y="6216650"/>
              <a:ext cx="688975" cy="631825"/>
            </a:xfrm>
            <a:custGeom>
              <a:avLst/>
              <a:gdLst/>
              <a:ahLst/>
              <a:cxnLst/>
              <a:rect l="0" t="0" r="r" b="b"/>
              <a:pathLst>
                <a:path w="145" h="133">
                  <a:moveTo>
                    <a:pt x="0" y="133"/>
                  </a:moveTo>
                  <a:cubicBezTo>
                    <a:pt x="50" y="90"/>
                    <a:pt x="98" y="46"/>
                    <a:pt x="14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5" name="Freeform 18"/>
            <p:cNvSpPr/>
            <p:nvPr/>
          </p:nvSpPr>
          <p:spPr bwMode="auto">
            <a:xfrm>
              <a:off x="1466850" y="0"/>
              <a:ext cx="3424238" cy="6848475"/>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6" name="Freeform 19"/>
            <p:cNvSpPr/>
            <p:nvPr/>
          </p:nvSpPr>
          <p:spPr bwMode="auto">
            <a:xfrm>
              <a:off x="10264775" y="6519863"/>
              <a:ext cx="381000" cy="328613"/>
            </a:xfrm>
            <a:custGeom>
              <a:avLst/>
              <a:gdLst/>
              <a:ahLst/>
              <a:cxnLst/>
              <a:rect l="0" t="0" r="r" b="b"/>
              <a:pathLst>
                <a:path w="80" h="69">
                  <a:moveTo>
                    <a:pt x="0" y="69"/>
                  </a:moveTo>
                  <a:cubicBezTo>
                    <a:pt x="27" y="47"/>
                    <a:pt x="53" y="24"/>
                    <a:pt x="8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7" name="Freeform 20"/>
            <p:cNvSpPr/>
            <p:nvPr/>
          </p:nvSpPr>
          <p:spPr bwMode="auto">
            <a:xfrm>
              <a:off x="1581150" y="0"/>
              <a:ext cx="2720975" cy="6848475"/>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68" name="Freeform 21"/>
            <p:cNvSpPr/>
            <p:nvPr/>
          </p:nvSpPr>
          <p:spPr bwMode="auto">
            <a:xfrm>
              <a:off x="1243013" y="0"/>
              <a:ext cx="2949575" cy="6848475"/>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69" name="Freeform 22"/>
            <p:cNvSpPr/>
            <p:nvPr/>
          </p:nvSpPr>
          <p:spPr bwMode="auto">
            <a:xfrm>
              <a:off x="1524000" y="0"/>
              <a:ext cx="1446213" cy="2030413"/>
            </a:xfrm>
            <a:custGeom>
              <a:avLst/>
              <a:gdLst/>
              <a:ahLst/>
              <a:cxnLst/>
              <a:rect l="0" t="0" r="r" b="b"/>
              <a:pathLst>
                <a:path w="304" h="427">
                  <a:moveTo>
                    <a:pt x="304" y="0"/>
                  </a:moveTo>
                  <a:cubicBezTo>
                    <a:pt x="170" y="120"/>
                    <a:pt x="69" y="267"/>
                    <a:pt x="0" y="42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0" name="Freeform 23"/>
            <p:cNvSpPr/>
            <p:nvPr/>
          </p:nvSpPr>
          <p:spPr bwMode="auto">
            <a:xfrm>
              <a:off x="1524000" y="9525"/>
              <a:ext cx="1246188" cy="1641475"/>
            </a:xfrm>
            <a:custGeom>
              <a:avLst/>
              <a:gdLst/>
              <a:ahLst/>
              <a:cxnLst/>
              <a:rect l="0" t="0" r="r" b="b"/>
              <a:pathLst>
                <a:path w="262" h="345">
                  <a:moveTo>
                    <a:pt x="262" y="0"/>
                  </a:moveTo>
                  <a:cubicBezTo>
                    <a:pt x="152" y="102"/>
                    <a:pt x="65" y="217"/>
                    <a:pt x="0" y="34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1" name="Freeform 24"/>
            <p:cNvSpPr/>
            <p:nvPr/>
          </p:nvSpPr>
          <p:spPr bwMode="auto">
            <a:xfrm>
              <a:off x="1524000" y="0"/>
              <a:ext cx="1036638" cy="1212850"/>
            </a:xfrm>
            <a:custGeom>
              <a:avLst/>
              <a:gdLst/>
              <a:ahLst/>
              <a:cxnLst/>
              <a:rect l="0" t="0" r="r" b="b"/>
              <a:pathLst>
                <a:path w="218" h="255">
                  <a:moveTo>
                    <a:pt x="218" y="0"/>
                  </a:moveTo>
                  <a:cubicBezTo>
                    <a:pt x="137" y="77"/>
                    <a:pt x="62" y="162"/>
                    <a:pt x="0" y="25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85" name="Group 84"/>
          <p:cNvGrpSpPr/>
          <p:nvPr/>
        </p:nvGrpSpPr>
        <p:grpSpPr>
          <a:xfrm>
            <a:off x="9294461" y="3021493"/>
            <a:ext cx="5842759" cy="6169637"/>
            <a:chOff x="640080" y="1699589"/>
            <a:chExt cx="3286552" cy="3470421"/>
          </a:xfrm>
        </p:grpSpPr>
        <p:sp>
          <p:nvSpPr>
            <p:cNvPr id="86" name="Rectangle 85"/>
            <p:cNvSpPr/>
            <p:nvPr/>
          </p:nvSpPr>
          <p:spPr>
            <a:xfrm>
              <a:off x="644453" y="1699589"/>
              <a:ext cx="327780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 name="Isosceles Triangle 22"/>
            <p:cNvSpPr/>
            <p:nvPr/>
          </p:nvSpPr>
          <p:spPr>
            <a:xfrm rot="10800000">
              <a:off x="2125363" y="48976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 name="Rectangle 87"/>
            <p:cNvSpPr/>
            <p:nvPr/>
          </p:nvSpPr>
          <p:spPr>
            <a:xfrm>
              <a:off x="640080" y="2275661"/>
              <a:ext cx="32865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9446417" y="4177644"/>
            <a:ext cx="5532528" cy="4382135"/>
          </a:xfrm>
        </p:spPr>
        <p:txBody>
          <a:bodyPr vert="eaVert"/>
          <a:lstStyle>
            <a:lvl1pPr algn="l">
              <a:lnSpc>
                <a:spcPct val="80000"/>
              </a:lnSpc>
              <a:defRPr>
                <a:solidFill>
                  <a:srgbClr val="FFFEFF"/>
                </a:solidFil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143571" y="1427214"/>
            <a:ext cx="7321406" cy="934187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1137920" y="568960"/>
            <a:ext cx="4876800" cy="568960"/>
          </a:xfrm>
        </p:spPr>
        <p:txBody>
          <a:bodyPr/>
          <a:lstStyle/>
          <a:p>
            <a:fld id="{9EA248A4-0EF5-9F4C-A5D9-28B41711222C}" type="datetimeFigureOut">
              <a:rPr lang="en-US" smtClean="0"/>
              <a:t>4/27/26</a:t>
            </a:fld>
            <a:endParaRPr lang="en-US"/>
          </a:p>
        </p:txBody>
      </p:sp>
      <p:sp>
        <p:nvSpPr>
          <p:cNvPr id="5" name="Footer Placeholder 4"/>
          <p:cNvSpPr>
            <a:spLocks noGrp="1"/>
          </p:cNvSpPr>
          <p:nvPr>
            <p:ph type="ftr" sz="quarter" idx="11"/>
          </p:nvPr>
        </p:nvSpPr>
        <p:spPr>
          <a:xfrm>
            <a:off x="1137920" y="11070336"/>
            <a:ext cx="13963904" cy="568960"/>
          </a:xfrm>
        </p:spPr>
        <p:txBody>
          <a:bodyPr/>
          <a:lstStyle/>
          <a:p>
            <a:endParaRPr lang="en-US"/>
          </a:p>
        </p:txBody>
      </p:sp>
      <p:sp>
        <p:nvSpPr>
          <p:cNvPr id="6" name="Slide Number Placeholder 5"/>
          <p:cNvSpPr>
            <a:spLocks noGrp="1"/>
          </p:cNvSpPr>
          <p:nvPr>
            <p:ph type="sldNum" sz="quarter" idx="12"/>
          </p:nvPr>
        </p:nvSpPr>
        <p:spPr>
          <a:xfrm>
            <a:off x="13882624" y="568960"/>
            <a:ext cx="1219200" cy="568960"/>
          </a:xfrm>
        </p:spPr>
        <p:txBody>
          <a:bodyPr/>
          <a:lstStyle/>
          <a:p>
            <a:fld id="{2B565F59-B5F0-0948-A4F1-63E2C4E155AD}" type="slidenum">
              <a:rPr lang="en-US" smtClean="0"/>
              <a:t>‹#›</a:t>
            </a:fld>
            <a:endParaRPr lang="en-US"/>
          </a:p>
        </p:txBody>
      </p:sp>
    </p:spTree>
    <p:extLst>
      <p:ext uri="{BB962C8B-B14F-4D97-AF65-F5344CB8AC3E}">
        <p14:creationId xmlns:p14="http://schemas.microsoft.com/office/powerpoint/2010/main" val="1320284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89875" y="4177644"/>
            <a:ext cx="5532528" cy="4382137"/>
          </a:xfrm>
          <a:prstGeom prst="rect">
            <a:avLst/>
          </a:prstGeom>
        </p:spPr>
        <p:txBody>
          <a:bodyPr vert="horz" lIns="228600" tIns="228600" rIns="228600" bIns="22860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7850111" y="1412834"/>
            <a:ext cx="7251714" cy="93459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137920" y="568960"/>
            <a:ext cx="4876800" cy="568960"/>
          </a:xfrm>
          <a:prstGeom prst="rect">
            <a:avLst/>
          </a:prstGeom>
        </p:spPr>
        <p:txBody>
          <a:bodyPr vert="horz" lIns="91440" tIns="45720" rIns="91440" bIns="45720" rtlCol="0" anchor="ctr"/>
          <a:lstStyle>
            <a:lvl1pPr algn="l">
              <a:defRPr sz="1778">
                <a:solidFill>
                  <a:schemeClr val="tx1">
                    <a:tint val="75000"/>
                  </a:schemeClr>
                </a:solidFill>
              </a:defRPr>
            </a:lvl1pPr>
          </a:lstStyle>
          <a:p>
            <a:fld id="{9EA248A4-0EF5-9F4C-A5D9-28B41711222C}" type="datetimeFigureOut">
              <a:rPr lang="en-US" smtClean="0"/>
              <a:t>4/27/26</a:t>
            </a:fld>
            <a:endParaRPr lang="en-US"/>
          </a:p>
        </p:txBody>
      </p:sp>
      <p:sp>
        <p:nvSpPr>
          <p:cNvPr id="5" name="Footer Placeholder 4"/>
          <p:cNvSpPr>
            <a:spLocks noGrp="1"/>
          </p:cNvSpPr>
          <p:nvPr>
            <p:ph type="ftr" sz="quarter" idx="3"/>
          </p:nvPr>
        </p:nvSpPr>
        <p:spPr>
          <a:xfrm>
            <a:off x="1137920" y="11070336"/>
            <a:ext cx="13963904" cy="568960"/>
          </a:xfrm>
          <a:prstGeom prst="rect">
            <a:avLst/>
          </a:prstGeom>
        </p:spPr>
        <p:txBody>
          <a:bodyPr vert="horz" lIns="91440" tIns="45720" rIns="91440" bIns="45720" rtlCol="0" anchor="ctr"/>
          <a:lstStyle>
            <a:lvl1pPr algn="r">
              <a:defRPr sz="1778">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3882624" y="568960"/>
            <a:ext cx="1219200" cy="568960"/>
          </a:xfrm>
          <a:prstGeom prst="rect">
            <a:avLst/>
          </a:prstGeom>
        </p:spPr>
        <p:txBody>
          <a:bodyPr vert="horz" lIns="91440" tIns="45720" rIns="91440" bIns="45720" rtlCol="0" anchor="ctr"/>
          <a:lstStyle>
            <a:lvl1pPr algn="r">
              <a:defRPr sz="1778">
                <a:solidFill>
                  <a:schemeClr val="tx1">
                    <a:tint val="75000"/>
                  </a:schemeClr>
                </a:solidFill>
              </a:defRPr>
            </a:lvl1pPr>
          </a:lstStyle>
          <a:p>
            <a:fld id="{2B565F59-B5F0-0948-A4F1-63E2C4E155AD}" type="slidenum">
              <a:rPr lang="en-US" smtClean="0"/>
              <a:t>‹#›</a:t>
            </a:fld>
            <a:endParaRPr lang="en-US"/>
          </a:p>
        </p:txBody>
      </p:sp>
    </p:spTree>
    <p:extLst>
      <p:ext uri="{BB962C8B-B14F-4D97-AF65-F5344CB8AC3E}">
        <p14:creationId xmlns:p14="http://schemas.microsoft.com/office/powerpoint/2010/main" val="2273553446"/>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1219215" rtl="0" eaLnBrk="1" latinLnBrk="0" hangingPunct="1">
        <a:lnSpc>
          <a:spcPct val="85000"/>
        </a:lnSpc>
        <a:spcBef>
          <a:spcPct val="0"/>
        </a:spcBef>
        <a:buNone/>
        <a:defRPr sz="5689" b="0" i="0" kern="1200" cap="none" spc="-201">
          <a:solidFill>
            <a:schemeClr val="tx1"/>
          </a:solidFill>
          <a:effectLst/>
          <a:latin typeface="+mj-lt"/>
          <a:ea typeface="+mj-ea"/>
          <a:cs typeface="+mj-cs"/>
        </a:defRPr>
      </a:lvl1pPr>
    </p:titleStyle>
    <p:bodyStyle>
      <a:lvl1pPr marL="304804" indent="-304804" algn="l" defTabSz="1219215" rtl="0" eaLnBrk="1" latinLnBrk="0" hangingPunct="1">
        <a:lnSpc>
          <a:spcPct val="120000"/>
        </a:lnSpc>
        <a:spcBef>
          <a:spcPts val="1333"/>
        </a:spcBef>
        <a:buClr>
          <a:schemeClr val="accent1"/>
        </a:buClr>
        <a:buSzPct val="110000"/>
        <a:buFont typeface="Wingdings" panose="05000000000000000000" pitchFamily="2" charset="2"/>
        <a:buChar char="§"/>
        <a:defRPr sz="2844" kern="1200">
          <a:solidFill>
            <a:schemeClr val="tx1"/>
          </a:solidFill>
          <a:effectLst/>
          <a:latin typeface="+mn-lt"/>
          <a:ea typeface="+mn-ea"/>
          <a:cs typeface="+mn-cs"/>
        </a:defRPr>
      </a:lvl1pPr>
      <a:lvl2pPr marL="914411" indent="-304804" algn="l" defTabSz="1219215" rtl="0" eaLnBrk="1" latinLnBrk="0" hangingPunct="1">
        <a:lnSpc>
          <a:spcPct val="120000"/>
        </a:lnSpc>
        <a:spcBef>
          <a:spcPts val="667"/>
        </a:spcBef>
        <a:buClr>
          <a:schemeClr val="accent1"/>
        </a:buClr>
        <a:buSzPct val="110000"/>
        <a:buFont typeface="Wingdings" panose="05000000000000000000" pitchFamily="2" charset="2"/>
        <a:buChar char="§"/>
        <a:defRPr sz="2489" kern="1200">
          <a:solidFill>
            <a:schemeClr val="tx1"/>
          </a:solidFill>
          <a:effectLst/>
          <a:latin typeface="+mn-lt"/>
          <a:ea typeface="+mn-ea"/>
          <a:cs typeface="+mn-cs"/>
        </a:defRPr>
      </a:lvl2pPr>
      <a:lvl3pPr marL="1524019" indent="-304804" algn="l" defTabSz="1219215" rtl="0" eaLnBrk="1" latinLnBrk="0" hangingPunct="1">
        <a:lnSpc>
          <a:spcPct val="120000"/>
        </a:lnSpc>
        <a:spcBef>
          <a:spcPts val="667"/>
        </a:spcBef>
        <a:buClr>
          <a:schemeClr val="accent1"/>
        </a:buClr>
        <a:buSzPct val="110000"/>
        <a:buFont typeface="Wingdings" panose="05000000000000000000" pitchFamily="2" charset="2"/>
        <a:buChar char="§"/>
        <a:defRPr sz="2133" kern="1200">
          <a:solidFill>
            <a:schemeClr val="tx1"/>
          </a:solidFill>
          <a:effectLst/>
          <a:latin typeface="+mn-lt"/>
          <a:ea typeface="+mn-ea"/>
          <a:cs typeface="+mn-cs"/>
        </a:defRPr>
      </a:lvl3pPr>
      <a:lvl4pPr marL="2133627" indent="-304804" algn="l" defTabSz="1219215" rtl="0" eaLnBrk="1" latinLnBrk="0" hangingPunct="1">
        <a:lnSpc>
          <a:spcPct val="120000"/>
        </a:lnSpc>
        <a:spcBef>
          <a:spcPts val="667"/>
        </a:spcBef>
        <a:buClr>
          <a:schemeClr val="accent1"/>
        </a:buClr>
        <a:buSzPct val="110000"/>
        <a:buFont typeface="Wingdings" panose="05000000000000000000" pitchFamily="2" charset="2"/>
        <a:buChar char="§"/>
        <a:defRPr sz="2133" kern="1200">
          <a:solidFill>
            <a:schemeClr val="tx1"/>
          </a:solidFill>
          <a:effectLst/>
          <a:latin typeface="+mn-lt"/>
          <a:ea typeface="+mn-ea"/>
          <a:cs typeface="+mn-cs"/>
        </a:defRPr>
      </a:lvl4pPr>
      <a:lvl5pPr marL="2743234" indent="-304804" algn="l" defTabSz="1219215" rtl="0" eaLnBrk="1" latinLnBrk="0" hangingPunct="1">
        <a:lnSpc>
          <a:spcPct val="120000"/>
        </a:lnSpc>
        <a:spcBef>
          <a:spcPts val="667"/>
        </a:spcBef>
        <a:buClr>
          <a:schemeClr val="accent1"/>
        </a:buClr>
        <a:buSzPct val="110000"/>
        <a:buFont typeface="Wingdings" panose="05000000000000000000" pitchFamily="2" charset="2"/>
        <a:buChar char="§"/>
        <a:defRPr sz="2133" kern="1200">
          <a:solidFill>
            <a:schemeClr val="tx1"/>
          </a:solidFill>
          <a:effectLst/>
          <a:latin typeface="+mn-lt"/>
          <a:ea typeface="+mn-ea"/>
          <a:cs typeface="+mn-cs"/>
        </a:defRPr>
      </a:lvl5pPr>
      <a:lvl6pPr marL="3352842" indent="-304804" algn="l" defTabSz="1219215" rtl="0" eaLnBrk="1" latinLnBrk="0" hangingPunct="1">
        <a:lnSpc>
          <a:spcPct val="120000"/>
        </a:lnSpc>
        <a:spcBef>
          <a:spcPts val="667"/>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6pPr>
      <a:lvl7pPr marL="3962450" indent="-304804" algn="l" defTabSz="1219215" rtl="0" eaLnBrk="1" latinLnBrk="0" hangingPunct="1">
        <a:lnSpc>
          <a:spcPct val="120000"/>
        </a:lnSpc>
        <a:spcBef>
          <a:spcPts val="667"/>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7pPr>
      <a:lvl8pPr marL="4572057" indent="-304804" algn="l" defTabSz="1219215" rtl="0" eaLnBrk="1" latinLnBrk="0" hangingPunct="1">
        <a:lnSpc>
          <a:spcPct val="120000"/>
        </a:lnSpc>
        <a:spcBef>
          <a:spcPts val="667"/>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8pPr>
      <a:lvl9pPr marL="5181665" indent="-304804" algn="l" defTabSz="1219215" rtl="0" eaLnBrk="1" latinLnBrk="0" hangingPunct="1">
        <a:lnSpc>
          <a:spcPct val="120000"/>
        </a:lnSpc>
        <a:spcBef>
          <a:spcPts val="667"/>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9pPr>
    </p:bodyStyle>
    <p:otherStyle>
      <a:defPPr>
        <a:defRPr lang="en-US"/>
      </a:defPPr>
      <a:lvl1pPr marL="0" algn="l" defTabSz="1219215" rtl="0" eaLnBrk="1" latinLnBrk="0" hangingPunct="1">
        <a:defRPr sz="2400" kern="1200">
          <a:solidFill>
            <a:schemeClr val="tx1"/>
          </a:solidFill>
          <a:latin typeface="+mn-lt"/>
          <a:ea typeface="+mn-ea"/>
          <a:cs typeface="+mn-cs"/>
        </a:defRPr>
      </a:lvl1pPr>
      <a:lvl2pPr marL="609608" algn="l" defTabSz="1219215" rtl="0" eaLnBrk="1" latinLnBrk="0" hangingPunct="1">
        <a:defRPr sz="2400" kern="1200">
          <a:solidFill>
            <a:schemeClr val="tx1"/>
          </a:solidFill>
          <a:latin typeface="+mn-lt"/>
          <a:ea typeface="+mn-ea"/>
          <a:cs typeface="+mn-cs"/>
        </a:defRPr>
      </a:lvl2pPr>
      <a:lvl3pPr marL="1219215" algn="l" defTabSz="1219215" rtl="0" eaLnBrk="1" latinLnBrk="0" hangingPunct="1">
        <a:defRPr sz="2400" kern="1200">
          <a:solidFill>
            <a:schemeClr val="tx1"/>
          </a:solidFill>
          <a:latin typeface="+mn-lt"/>
          <a:ea typeface="+mn-ea"/>
          <a:cs typeface="+mn-cs"/>
        </a:defRPr>
      </a:lvl3pPr>
      <a:lvl4pPr marL="1828823" algn="l" defTabSz="1219215" rtl="0" eaLnBrk="1" latinLnBrk="0" hangingPunct="1">
        <a:defRPr sz="2400" kern="1200">
          <a:solidFill>
            <a:schemeClr val="tx1"/>
          </a:solidFill>
          <a:latin typeface="+mn-lt"/>
          <a:ea typeface="+mn-ea"/>
          <a:cs typeface="+mn-cs"/>
        </a:defRPr>
      </a:lvl4pPr>
      <a:lvl5pPr marL="2438430" algn="l" defTabSz="1219215" rtl="0" eaLnBrk="1" latinLnBrk="0" hangingPunct="1">
        <a:defRPr sz="2400" kern="1200">
          <a:solidFill>
            <a:schemeClr val="tx1"/>
          </a:solidFill>
          <a:latin typeface="+mn-lt"/>
          <a:ea typeface="+mn-ea"/>
          <a:cs typeface="+mn-cs"/>
        </a:defRPr>
      </a:lvl5pPr>
      <a:lvl6pPr marL="3048038" algn="l" defTabSz="1219215" rtl="0" eaLnBrk="1" latinLnBrk="0" hangingPunct="1">
        <a:defRPr sz="2400" kern="1200">
          <a:solidFill>
            <a:schemeClr val="tx1"/>
          </a:solidFill>
          <a:latin typeface="+mn-lt"/>
          <a:ea typeface="+mn-ea"/>
          <a:cs typeface="+mn-cs"/>
        </a:defRPr>
      </a:lvl6pPr>
      <a:lvl7pPr marL="3657646" algn="l" defTabSz="1219215" rtl="0" eaLnBrk="1" latinLnBrk="0" hangingPunct="1">
        <a:defRPr sz="2400" kern="1200">
          <a:solidFill>
            <a:schemeClr val="tx1"/>
          </a:solidFill>
          <a:latin typeface="+mn-lt"/>
          <a:ea typeface="+mn-ea"/>
          <a:cs typeface="+mn-cs"/>
        </a:defRPr>
      </a:lvl7pPr>
      <a:lvl8pPr marL="4267253" algn="l" defTabSz="1219215" rtl="0" eaLnBrk="1" latinLnBrk="0" hangingPunct="1">
        <a:defRPr sz="2400" kern="1200">
          <a:solidFill>
            <a:schemeClr val="tx1"/>
          </a:solidFill>
          <a:latin typeface="+mn-lt"/>
          <a:ea typeface="+mn-ea"/>
          <a:cs typeface="+mn-cs"/>
        </a:defRPr>
      </a:lvl8pPr>
      <a:lvl9pPr marL="4876861" algn="l" defTabSz="121921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40000"/>
                <a:lumOff val="60000"/>
              </a:schemeClr>
            </a:gs>
            <a:gs pos="46000">
              <a:schemeClr val="accent4">
                <a:lumMod val="95000"/>
                <a:lumOff val="5000"/>
              </a:schemeClr>
            </a:gs>
            <a:gs pos="100000">
              <a:schemeClr val="accent4">
                <a:lumMod val="6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EBD260-50D8-A739-78E9-AA53303BF2E6}"/>
              </a:ext>
            </a:extLst>
          </p:cNvPr>
          <p:cNvSpPr txBox="1"/>
          <p:nvPr/>
        </p:nvSpPr>
        <p:spPr>
          <a:xfrm>
            <a:off x="909717" y="1905398"/>
            <a:ext cx="13961512" cy="9666304"/>
          </a:xfrm>
          <a:prstGeom prst="rect">
            <a:avLst/>
          </a:prstGeom>
        </p:spPr>
        <p:txBody>
          <a:bodyPr vert="horz" lIns="121920" tIns="60961" rIns="121920" bIns="60961" rtlCol="0" anchor="ctr">
            <a:normAutofit fontScale="92500" lnSpcReduction="10000"/>
          </a:bodyPr>
          <a:lstStyle/>
          <a:p>
            <a:pPr defTabSz="1219215">
              <a:lnSpc>
                <a:spcPct val="110000"/>
              </a:lnSpc>
              <a:spcBef>
                <a:spcPts val="1335"/>
              </a:spcBef>
              <a:buClr>
                <a:schemeClr val="accent1"/>
              </a:buClr>
              <a:buSzPct val="110000"/>
            </a:pPr>
            <a:r>
              <a:rPr lang="en-US" sz="2400" b="1" dirty="0">
                <a:latin typeface="Tahoma" panose="020B0604030504040204" pitchFamily="34" charset="0"/>
                <a:ea typeface="Tahoma" panose="020B0604030504040204" pitchFamily="34" charset="0"/>
                <a:cs typeface="Tahoma" panose="020B0604030504040204" pitchFamily="34" charset="0"/>
              </a:rPr>
              <a:t>IMPORTANT MESSAGE ABOUT ASSIGNMENT.</a:t>
            </a:r>
            <a:br>
              <a:rPr lang="en-US" sz="2400" dirty="0">
                <a:latin typeface="Tahoma" panose="020B0604030504040204" pitchFamily="34" charset="0"/>
                <a:ea typeface="Tahoma" panose="020B0604030504040204" pitchFamily="34" charset="0"/>
                <a:cs typeface="Tahoma" panose="020B0604030504040204" pitchFamily="34" charset="0"/>
              </a:rPr>
            </a:br>
            <a:endParaRPr lang="en-US" sz="2400" dirty="0">
              <a:latin typeface="Tahoma" panose="020B0604030504040204" pitchFamily="34" charset="0"/>
              <a:ea typeface="Tahoma" panose="020B0604030504040204" pitchFamily="34" charset="0"/>
              <a:cs typeface="Tahoma" panose="020B0604030504040204" pitchFamily="34" charset="0"/>
            </a:endParaRPr>
          </a:p>
          <a:p>
            <a:pPr indent="-304805" defTabSz="1219215">
              <a:lnSpc>
                <a:spcPct val="110000"/>
              </a:lnSpc>
              <a:spcBef>
                <a:spcPts val="1335"/>
              </a:spcBef>
              <a:buClr>
                <a:schemeClr val="accent1"/>
              </a:buClr>
              <a:buSzPct val="110000"/>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1. The process of assessing the programming assignment is as follows: </a:t>
            </a:r>
          </a:p>
          <a:p>
            <a:pPr lvl="1" indent="-304805" defTabSz="1219215">
              <a:lnSpc>
                <a:spcPct val="110000"/>
              </a:lnSpc>
              <a:spcBef>
                <a:spcPts val="1335"/>
              </a:spcBef>
              <a:buClr>
                <a:schemeClr val="accent1"/>
              </a:buClr>
              <a:buSzPct val="110000"/>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submission followed by</a:t>
            </a:r>
          </a:p>
          <a:p>
            <a:pPr lvl="1" indent="-304805" defTabSz="1219215">
              <a:lnSpc>
                <a:spcPct val="110000"/>
              </a:lnSpc>
              <a:spcBef>
                <a:spcPts val="1335"/>
              </a:spcBef>
              <a:buClr>
                <a:schemeClr val="accent1"/>
              </a:buClr>
              <a:buSzPct val="110000"/>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class test on parts of code</a:t>
            </a:r>
          </a:p>
          <a:p>
            <a:pPr lvl="1" indent="-304805" defTabSz="1219215">
              <a:lnSpc>
                <a:spcPct val="110000"/>
              </a:lnSpc>
              <a:spcBef>
                <a:spcPts val="1335"/>
              </a:spcBef>
              <a:buClr>
                <a:schemeClr val="accent1"/>
              </a:buClr>
              <a:buSzPct val="110000"/>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interviews (for some students)</a:t>
            </a:r>
          </a:p>
          <a:p>
            <a:pPr indent="-304805" defTabSz="1219215">
              <a:lnSpc>
                <a:spcPct val="110000"/>
              </a:lnSpc>
              <a:spcBef>
                <a:spcPts val="1335"/>
              </a:spcBef>
              <a:buClr>
                <a:schemeClr val="accent1"/>
              </a:buClr>
              <a:buSzPct val="110000"/>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2. The dates that have been agreed are as follows: </a:t>
            </a:r>
          </a:p>
          <a:p>
            <a:pPr lvl="1" indent="-304805" defTabSz="1219215">
              <a:lnSpc>
                <a:spcPct val="110000"/>
              </a:lnSpc>
              <a:spcBef>
                <a:spcPts val="1335"/>
              </a:spcBef>
              <a:buClr>
                <a:schemeClr val="accent1"/>
              </a:buClr>
              <a:buSzPct val="110000"/>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submission Monday night (23:30) Week 13 , May 4th </a:t>
            </a:r>
          </a:p>
          <a:p>
            <a:pPr lvl="1" indent="-304805" defTabSz="1219215">
              <a:lnSpc>
                <a:spcPct val="110000"/>
              </a:lnSpc>
              <a:spcBef>
                <a:spcPts val="1335"/>
              </a:spcBef>
              <a:buClr>
                <a:schemeClr val="accent1"/>
              </a:buClr>
              <a:buSzPct val="110000"/>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in class test Tuesday late morning </a:t>
            </a:r>
          </a:p>
          <a:p>
            <a:pPr lvl="1" indent="-304805" defTabSz="1219215">
              <a:lnSpc>
                <a:spcPct val="110000"/>
              </a:lnSpc>
              <a:spcBef>
                <a:spcPts val="1335"/>
              </a:spcBef>
              <a:buClr>
                <a:schemeClr val="accent1"/>
              </a:buClr>
              <a:buSzPct val="110000"/>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schedule for interviews published on Tuesday night </a:t>
            </a:r>
          </a:p>
          <a:p>
            <a:pPr lvl="1" indent="-304805" defTabSz="1219215">
              <a:lnSpc>
                <a:spcPct val="110000"/>
              </a:lnSpc>
              <a:spcBef>
                <a:spcPts val="1335"/>
              </a:spcBef>
              <a:buClr>
                <a:schemeClr val="accent1"/>
              </a:buClr>
              <a:buSzPct val="110000"/>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Interviews (mandatory if scheduled) on Wednesday. These will be in person.</a:t>
            </a:r>
          </a:p>
          <a:p>
            <a:pPr indent="-304805" defTabSz="1219215">
              <a:lnSpc>
                <a:spcPct val="110000"/>
              </a:lnSpc>
              <a:spcBef>
                <a:spcPts val="1335"/>
              </a:spcBef>
              <a:buClr>
                <a:schemeClr val="accent1"/>
              </a:buClr>
              <a:buSzPct val="110000"/>
              <a:buFont typeface="Wingdings" panose="05000000000000000000" pitchFamily="2" charset="2"/>
              <a:buChar char="§"/>
            </a:pPr>
            <a:endParaRPr lang="en-US" sz="2400" b="1" dirty="0">
              <a:latin typeface="Tahoma" panose="020B0604030504040204" pitchFamily="34" charset="0"/>
              <a:ea typeface="Tahoma" panose="020B0604030504040204" pitchFamily="34" charset="0"/>
              <a:cs typeface="Tahoma" panose="020B0604030504040204" pitchFamily="34" charset="0"/>
            </a:endParaRPr>
          </a:p>
          <a:p>
            <a:pPr indent="-304805" defTabSz="1219215">
              <a:lnSpc>
                <a:spcPct val="110000"/>
              </a:lnSpc>
              <a:spcBef>
                <a:spcPts val="1335"/>
              </a:spcBef>
              <a:buClr>
                <a:schemeClr val="accent1"/>
              </a:buClr>
              <a:buSzPct val="110000"/>
              <a:buFont typeface="Wingdings" panose="05000000000000000000" pitchFamily="2" charset="2"/>
              <a:buChar char="§"/>
            </a:pPr>
            <a:endParaRPr lang="en-US" sz="2400" b="1" dirty="0">
              <a:latin typeface="Tahoma" panose="020B0604030504040204" pitchFamily="34" charset="0"/>
              <a:ea typeface="Tahoma" panose="020B0604030504040204" pitchFamily="34" charset="0"/>
              <a:cs typeface="Tahoma" panose="020B0604030504040204" pitchFamily="34" charset="0"/>
            </a:endParaRPr>
          </a:p>
          <a:p>
            <a:pPr defTabSz="1219215">
              <a:lnSpc>
                <a:spcPct val="110000"/>
              </a:lnSpc>
              <a:spcBef>
                <a:spcPts val="1335"/>
              </a:spcBef>
              <a:buClr>
                <a:schemeClr val="accent1"/>
              </a:buClr>
              <a:buSzPct val="110000"/>
            </a:pPr>
            <a:r>
              <a:rPr lang="en-US" sz="2400" b="1" cap="all" dirty="0">
                <a:latin typeface="Tahoma" panose="020B0604030504040204" pitchFamily="34" charset="0"/>
                <a:ea typeface="Tahoma" panose="020B0604030504040204" pitchFamily="34" charset="0"/>
                <a:cs typeface="Tahoma" panose="020B0604030504040204" pitchFamily="34" charset="0"/>
              </a:rPr>
              <a:t>Early Submissions: </a:t>
            </a:r>
          </a:p>
          <a:p>
            <a:pPr defTabSz="1219215">
              <a:lnSpc>
                <a:spcPct val="110000"/>
              </a:lnSpc>
              <a:spcBef>
                <a:spcPts val="1335"/>
              </a:spcBef>
              <a:buClr>
                <a:schemeClr val="accent1"/>
              </a:buClr>
              <a:buSzPct val="110000"/>
            </a:pPr>
            <a:br>
              <a:rPr lang="en-US" sz="2400" dirty="0">
                <a:latin typeface="Tahoma" panose="020B0604030504040204" pitchFamily="34" charset="0"/>
                <a:ea typeface="Tahoma" panose="020B0604030504040204" pitchFamily="34" charset="0"/>
                <a:cs typeface="Tahoma" panose="020B0604030504040204" pitchFamily="34" charset="0"/>
              </a:rPr>
            </a:br>
            <a:r>
              <a:rPr lang="en-US" sz="2400" dirty="0">
                <a:latin typeface="Tahoma" panose="020B0604030504040204" pitchFamily="34" charset="0"/>
                <a:ea typeface="Tahoma" panose="020B0604030504040204" pitchFamily="34" charset="0"/>
                <a:cs typeface="Tahoma" panose="020B0604030504040204" pitchFamily="34" charset="0"/>
              </a:rPr>
              <a:t>If students have the assignment finished by </a:t>
            </a:r>
            <a:r>
              <a:rPr lang="en-US" sz="2400" b="1" dirty="0">
                <a:latin typeface="Tahoma" panose="020B0604030504040204" pitchFamily="34" charset="0"/>
                <a:ea typeface="Tahoma" panose="020B0604030504040204" pitchFamily="34" charset="0"/>
                <a:cs typeface="Tahoma" panose="020B0604030504040204" pitchFamily="34" charset="0"/>
              </a:rPr>
              <a:t>Wednesday of week 12 (29th April) 23:50 </a:t>
            </a:r>
            <a:r>
              <a:rPr lang="en-US" sz="2400" dirty="0">
                <a:latin typeface="Tahoma" panose="020B0604030504040204" pitchFamily="34" charset="0"/>
                <a:ea typeface="Tahoma" panose="020B0604030504040204" pitchFamily="34" charset="0"/>
                <a:cs typeface="Tahoma" panose="020B0604030504040204" pitchFamily="34" charset="0"/>
              </a:rPr>
              <a:t>and submitted both to Moodle and finally pushed to GitHub Classroom, </a:t>
            </a:r>
          </a:p>
          <a:p>
            <a:pPr indent="-304805" defTabSz="1219215">
              <a:lnSpc>
                <a:spcPct val="110000"/>
              </a:lnSpc>
              <a:spcBef>
                <a:spcPts val="1335"/>
              </a:spcBef>
              <a:buClr>
                <a:schemeClr val="accent1"/>
              </a:buClr>
              <a:buSzPct val="110000"/>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I can facilitate an early interview before </a:t>
            </a:r>
            <a:r>
              <a:rPr lang="en-IE" sz="2400" dirty="0">
                <a:latin typeface="Tahoma" panose="020B0604030504040204" pitchFamily="34" charset="0"/>
                <a:ea typeface="Tahoma" panose="020B0604030504040204" pitchFamily="34" charset="0"/>
                <a:cs typeface="Tahoma" panose="020B0604030504040204" pitchFamily="34" charset="0"/>
              </a:rPr>
              <a:t>the end of week12 so that attendance at in-class test is not needed. You need to contact me directly by the beginning of week 12 to indicate that you are thinking about it and then when you have submitted</a:t>
            </a:r>
            <a:r>
              <a:rPr lang="en-IE" sz="2400" dirty="0"/>
              <a:t>.</a:t>
            </a:r>
            <a:r>
              <a:rPr lang="en-US" sz="2400" dirty="0"/>
              <a:t>test</a:t>
            </a:r>
          </a:p>
        </p:txBody>
      </p:sp>
      <p:sp>
        <p:nvSpPr>
          <p:cNvPr id="91" name="TextBox 90">
            <a:extLst>
              <a:ext uri="{FF2B5EF4-FFF2-40B4-BE49-F238E27FC236}">
                <a16:creationId xmlns:a16="http://schemas.microsoft.com/office/drawing/2014/main" id="{5BE640DC-CBAC-52ED-42F7-49F83FAA3CF5}"/>
              </a:ext>
            </a:extLst>
          </p:cNvPr>
          <p:cNvSpPr txBox="1"/>
          <p:nvPr/>
        </p:nvSpPr>
        <p:spPr>
          <a:xfrm>
            <a:off x="1384770" y="1077056"/>
            <a:ext cx="13486459" cy="461665"/>
          </a:xfrm>
          <a:prstGeom prst="rect">
            <a:avLst/>
          </a:prstGeom>
          <a:noFill/>
        </p:spPr>
        <p:txBody>
          <a:bodyPr wrap="square" rtlCol="0">
            <a:spAutoFit/>
          </a:bodyPr>
          <a:lstStyle/>
          <a:p>
            <a:pPr algn="ctr"/>
            <a:r>
              <a:rPr lang="en-US" sz="2400" dirty="0">
                <a:solidFill>
                  <a:srgbClr val="FFFF00"/>
                </a:solidFill>
              </a:rPr>
              <a:t>IMPORTANT INFORMATION ON ASSIGNMENT</a:t>
            </a:r>
          </a:p>
        </p:txBody>
      </p:sp>
    </p:spTree>
    <p:extLst>
      <p:ext uri="{BB962C8B-B14F-4D97-AF65-F5344CB8AC3E}">
        <p14:creationId xmlns:p14="http://schemas.microsoft.com/office/powerpoint/2010/main" val="351364863"/>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78C30D"/>
      </a:accent1>
      <a:accent2>
        <a:srgbClr val="099B62"/>
      </a:accent2>
      <a:accent3>
        <a:srgbClr val="21CFDF"/>
      </a:accent3>
      <a:accent4>
        <a:srgbClr val="179FDF"/>
      </a:accent4>
      <a:accent5>
        <a:srgbClr val="E75710"/>
      </a:accent5>
      <a:accent6>
        <a:srgbClr val="F89C19"/>
      </a:accent6>
      <a:hlink>
        <a:srgbClr val="7CDE25"/>
      </a:hlink>
      <a:folHlink>
        <a:srgbClr val="BCE8A8"/>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C0EF0781-FB17-4F1F-B3B1-699933968CEA}"/>
    </a:ext>
  </a:extLst>
</a:theme>
</file>

<file path=docProps/app.xml><?xml version="1.0" encoding="utf-8"?>
<Properties xmlns="http://schemas.openxmlformats.org/officeDocument/2006/extended-properties" xmlns:vt="http://schemas.openxmlformats.org/officeDocument/2006/docPropsVTypes">
  <Template>Atlas</Template>
  <TotalTime>19</TotalTime>
  <Words>170</Words>
  <Application>Microsoft Macintosh PowerPoint</Application>
  <PresentationFormat>Custom</PresentationFormat>
  <Paragraphs>16</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 Light</vt:lpstr>
      <vt:lpstr>Rockwell</vt:lpstr>
      <vt:lpstr>Tahoma</vt:lpstr>
      <vt:lpstr>Wingdings</vt:lpstr>
      <vt:lpstr>Atlas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Mairead Meagher</dc:creator>
  <cp:lastModifiedBy>Mairead Meagher</cp:lastModifiedBy>
  <cp:revision>3</cp:revision>
  <dcterms:created xsi:type="dcterms:W3CDTF">2026-04-27T14:31:01Z</dcterms:created>
  <dcterms:modified xsi:type="dcterms:W3CDTF">2026-04-27T14:50:34Z</dcterms:modified>
</cp:coreProperties>
</file>