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85"/>
  </p:normalViewPr>
  <p:slideViewPr>
    <p:cSldViewPr snapToGrid="0">
      <p:cViewPr varScale="1">
        <p:scale>
          <a:sx n="93" d="100"/>
          <a:sy n="93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60E5-2E16-6B46-60E6-74B8E43C4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1ADD6-7AD7-0417-9A6B-EC0C692C8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3742-62C7-4B18-210B-D5525935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E363D-6B58-77B8-7F1E-EC46DC68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12595-0A92-7D32-7F16-CDE7DF7E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3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0D0A-3B7D-C4E4-F9BB-C1240AD57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B5281-AFA6-65D8-C098-5F67F8322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6709A-1DA8-6EFC-9FD4-5894CCDF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98992-CDA7-D96C-ED80-6612B38C4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377CE-8141-0083-FA58-B7634C40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8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C857-51AC-1253-9542-31BB7A43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A6A7A-FCC7-DAC1-1181-C8206A970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AA94-3DEF-2142-9AD9-89E975CF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A6A-022A-813E-6C27-47A08EB6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01184-4378-F255-7E47-F0F99568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4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A4BD-EC4A-11EF-813C-FCE583CB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EDAA8-70A5-7DE3-70C4-93E2FED68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511E3-5608-9B8F-0895-14B57A4BC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AEC78-E2F3-0A63-4ED0-66A69370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8CA36-FCF8-2E6B-F4F9-85495F90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D0254-EE7F-3489-C625-03F21D0A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9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875-E59C-FB30-00C8-9C14B706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43F5A-2598-722A-5F55-F510A0BE5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42162-FF61-0529-8931-3BA51EF1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EA5EA-0E33-E826-7DC4-B27BDC019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092FD-9C36-676C-D5EF-100235A71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5AFC8-2D74-6743-BB59-1F8A908A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2CD65-327B-82B7-FF28-03C98D85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E6061-C590-B7F8-D25A-DAC1C6B2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74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34D6-FF36-852F-1A92-834EE23F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24082-B96C-39BE-4184-E4904B46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D580E-B839-EEE2-8BB0-A07631F5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A7FA8-B9B7-02E9-43C5-0F45D5B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9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DACF9-FC32-92CC-17E5-9C944DB7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1C405-8594-412A-E553-55F9382F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A76C-9687-C65B-F466-36144455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6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5E17-D20C-C133-4447-40A5CF70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5B1B-D0B6-37C7-A045-C86C7F7C7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D99B2-CCE6-9262-7F19-3EDC5C738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43F10-85A4-650D-E625-CBE5F20C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1156C-D20F-F5AC-3B90-0FF9393A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908E4-2127-F48E-AC23-86BA704F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4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607D-2DE1-EE1D-6A09-5C83D4DB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214E5-BC8D-18DD-EFF8-68826ED5B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DCDFD-C52E-C38E-C95F-3CB767903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1E468-F129-F2A5-F40C-1FE4C146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DE4D2-A248-FFBE-F4B7-E560E801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A311-1F31-6CF3-CFBF-DB9A94E5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BE92-AF81-6A3D-5533-D6B700E4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96C58-4D6E-0B78-7BF7-5D8ECE86F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D732-FB7D-25F0-4A0C-A377C668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61AB0-225B-C032-01C9-113861AE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D720B-AF73-EF8E-D262-15CF7B9F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0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593CF-56E3-9C38-C709-D9E37404C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4358B-05DF-9A6C-9EF4-AC3A77399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7BBA0-FFDA-E0A9-85C0-990EECBF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2AA2-9D66-0B6C-459E-5F9CDC97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473D3-63CE-D7F4-F4D3-D3646DA8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5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66596-48F3-8773-F142-D37418EE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AF76C-7F14-E4B4-4194-28D0FCBD4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7B49A-6C69-FB47-0F7C-8F4395D23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4BCF0-A650-104D-A0D4-081AF1278A2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ED93E-95CB-C5BC-7F30-AAC00108D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C8490-8DC4-7FF4-54F8-F6ABD7218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838D1-30B5-0248-87F9-5EC35A6AA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6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CEEDE306-D057-A5CC-6C8D-5F9BDB2CA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45" y="2934484"/>
            <a:ext cx="7772400" cy="989032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E99995C7-C277-38B9-6A8D-C1F4C4C823CD}"/>
              </a:ext>
            </a:extLst>
          </p:cNvPr>
          <p:cNvSpPr/>
          <p:nvPr/>
        </p:nvSpPr>
        <p:spPr>
          <a:xfrm>
            <a:off x="6096000" y="1981201"/>
            <a:ext cx="2618509" cy="819150"/>
          </a:xfrm>
          <a:prstGeom prst="wedgeEllipseCallout">
            <a:avLst>
              <a:gd name="adj1" fmla="val -173743"/>
              <a:gd name="adj2" fmla="val 17793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this to run the executable</a:t>
            </a:r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4B54DC48-9C5A-A9D3-C857-DE0F4731BCF3}"/>
              </a:ext>
            </a:extLst>
          </p:cNvPr>
          <p:cNvSpPr/>
          <p:nvPr/>
        </p:nvSpPr>
        <p:spPr>
          <a:xfrm>
            <a:off x="6913417" y="4223903"/>
            <a:ext cx="2618509" cy="1316181"/>
          </a:xfrm>
          <a:prstGeom prst="wedgeEllipseCallout">
            <a:avLst>
              <a:gd name="adj1" fmla="val -146758"/>
              <a:gd name="adj2" fmla="val -8735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Ensure that you have this path added to your paths.</a:t>
            </a:r>
          </a:p>
        </p:txBody>
      </p:sp>
    </p:spTree>
    <p:extLst>
      <p:ext uri="{BB962C8B-B14F-4D97-AF65-F5344CB8AC3E}">
        <p14:creationId xmlns:p14="http://schemas.microsoft.com/office/powerpoint/2010/main" val="2524879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1</cp:revision>
  <dcterms:created xsi:type="dcterms:W3CDTF">2025-02-27T10:45:08Z</dcterms:created>
  <dcterms:modified xsi:type="dcterms:W3CDTF">2025-02-27T11:16:34Z</dcterms:modified>
</cp:coreProperties>
</file>