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789" r:id="rId1"/>
  </p:sldMasterIdLst>
  <p:notesMasterIdLst>
    <p:notesMasterId r:id="rId16"/>
  </p:notesMasterIdLst>
  <p:handoutMasterIdLst>
    <p:handoutMasterId r:id="rId17"/>
  </p:handoutMasterIdLst>
  <p:sldIdLst>
    <p:sldId id="319" r:id="rId2"/>
    <p:sldId id="278" r:id="rId3"/>
    <p:sldId id="328" r:id="rId4"/>
    <p:sldId id="326" r:id="rId5"/>
    <p:sldId id="329" r:id="rId6"/>
    <p:sldId id="330" r:id="rId7"/>
    <p:sldId id="331" r:id="rId8"/>
    <p:sldId id="332" r:id="rId9"/>
    <p:sldId id="310" r:id="rId10"/>
    <p:sldId id="327" r:id="rId11"/>
    <p:sldId id="320" r:id="rId12"/>
    <p:sldId id="333" r:id="rId13"/>
    <p:sldId id="321" r:id="rId14"/>
    <p:sldId id="343" r:id="rId15"/>
  </p:sldIdLst>
  <p:sldSz cx="12192000" cy="6858000"/>
  <p:notesSz cx="7089775" cy="102187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3218">
          <p15:clr>
            <a:srgbClr val="A4A3A4"/>
          </p15:clr>
        </p15:guide>
        <p15:guide id="2" pos="2233">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clrMode="bw" frameSlides="1"/>
  <p:showPr showNarration="1">
    <p:browse/>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8000"/>
    <a:srgbClr val="FF0000"/>
    <a:srgbClr val="99FFC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7074"/>
    <p:restoredTop sz="96327"/>
  </p:normalViewPr>
  <p:slideViewPr>
    <p:cSldViewPr snapToGrid="0">
      <p:cViewPr varScale="1">
        <p:scale>
          <a:sx n="107" d="100"/>
          <a:sy n="107" d="100"/>
        </p:scale>
        <p:origin x="192" y="496"/>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50" d="100"/>
        <a:sy n="150" d="100"/>
      </p:scale>
      <p:origin x="0" y="0"/>
    </p:cViewPr>
  </p:sorterViewPr>
  <p:notesViewPr>
    <p:cSldViewPr snapToGrid="0">
      <p:cViewPr varScale="1">
        <p:scale>
          <a:sx n="52" d="100"/>
          <a:sy n="52" d="100"/>
        </p:scale>
        <p:origin x="-1866" y="-78"/>
      </p:cViewPr>
      <p:guideLst>
        <p:guide orient="horz" pos="3218"/>
        <p:guide pos="2233"/>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6562" name="Rectangle 2"/>
          <p:cNvSpPr>
            <a:spLocks noGrp="1" noChangeArrowheads="1"/>
          </p:cNvSpPr>
          <p:nvPr>
            <p:ph type="hdr" sz="quarter"/>
          </p:nvPr>
        </p:nvSpPr>
        <p:spPr bwMode="auto">
          <a:xfrm>
            <a:off x="0" y="0"/>
            <a:ext cx="3071813" cy="511175"/>
          </a:xfrm>
          <a:prstGeom prst="rect">
            <a:avLst/>
          </a:prstGeom>
          <a:noFill/>
          <a:ln>
            <a:noFill/>
          </a:ln>
          <a:effectLst/>
        </p:spPr>
        <p:txBody>
          <a:bodyPr vert="horz" wrap="square" lIns="98902" tIns="49451" rIns="98902" bIns="49451" numCol="1" anchor="t" anchorCtr="0" compatLnSpc="1">
            <a:prstTxWarp prst="textNoShape">
              <a:avLst/>
            </a:prstTxWarp>
          </a:bodyPr>
          <a:lstStyle>
            <a:lvl1pPr defTabSz="989013">
              <a:defRPr sz="1300">
                <a:latin typeface="Tahoma" charset="0"/>
                <a:ea typeface="ＭＳ Ｐゴシック" charset="0"/>
                <a:cs typeface="+mn-cs"/>
              </a:defRPr>
            </a:lvl1pPr>
          </a:lstStyle>
          <a:p>
            <a:pPr>
              <a:defRPr/>
            </a:pPr>
            <a:endParaRPr lang="en-US"/>
          </a:p>
        </p:txBody>
      </p:sp>
      <p:sp>
        <p:nvSpPr>
          <p:cNvPr id="66563" name="Rectangle 3"/>
          <p:cNvSpPr>
            <a:spLocks noGrp="1" noChangeArrowheads="1"/>
          </p:cNvSpPr>
          <p:nvPr>
            <p:ph type="dt" sz="quarter" idx="1"/>
          </p:nvPr>
        </p:nvSpPr>
        <p:spPr bwMode="auto">
          <a:xfrm>
            <a:off x="4017963" y="0"/>
            <a:ext cx="3071812" cy="511175"/>
          </a:xfrm>
          <a:prstGeom prst="rect">
            <a:avLst/>
          </a:prstGeom>
          <a:noFill/>
          <a:ln>
            <a:noFill/>
          </a:ln>
          <a:effectLst/>
        </p:spPr>
        <p:txBody>
          <a:bodyPr vert="horz" wrap="square" lIns="98902" tIns="49451" rIns="98902" bIns="49451" numCol="1" anchor="t" anchorCtr="0" compatLnSpc="1">
            <a:prstTxWarp prst="textNoShape">
              <a:avLst/>
            </a:prstTxWarp>
          </a:bodyPr>
          <a:lstStyle>
            <a:lvl1pPr algn="r" defTabSz="989013">
              <a:defRPr sz="1300">
                <a:latin typeface="Tahoma" charset="0"/>
                <a:ea typeface="ＭＳ Ｐゴシック" charset="0"/>
                <a:cs typeface="+mn-cs"/>
              </a:defRPr>
            </a:lvl1pPr>
          </a:lstStyle>
          <a:p>
            <a:pPr>
              <a:defRPr/>
            </a:pPr>
            <a:endParaRPr lang="en-US"/>
          </a:p>
        </p:txBody>
      </p:sp>
      <p:sp>
        <p:nvSpPr>
          <p:cNvPr id="66564" name="Rectangle 4"/>
          <p:cNvSpPr>
            <a:spLocks noGrp="1" noChangeArrowheads="1"/>
          </p:cNvSpPr>
          <p:nvPr>
            <p:ph type="ftr" sz="quarter" idx="2"/>
          </p:nvPr>
        </p:nvSpPr>
        <p:spPr bwMode="auto">
          <a:xfrm>
            <a:off x="0" y="9707563"/>
            <a:ext cx="3071813" cy="511175"/>
          </a:xfrm>
          <a:prstGeom prst="rect">
            <a:avLst/>
          </a:prstGeom>
          <a:noFill/>
          <a:ln>
            <a:noFill/>
          </a:ln>
          <a:effectLst/>
        </p:spPr>
        <p:txBody>
          <a:bodyPr vert="horz" wrap="square" lIns="98902" tIns="49451" rIns="98902" bIns="49451" numCol="1" anchor="b" anchorCtr="0" compatLnSpc="1">
            <a:prstTxWarp prst="textNoShape">
              <a:avLst/>
            </a:prstTxWarp>
          </a:bodyPr>
          <a:lstStyle>
            <a:lvl1pPr defTabSz="989013">
              <a:defRPr sz="1300">
                <a:latin typeface="Tahoma" charset="0"/>
                <a:ea typeface="ＭＳ Ｐゴシック" charset="0"/>
                <a:cs typeface="+mn-cs"/>
              </a:defRPr>
            </a:lvl1pPr>
          </a:lstStyle>
          <a:p>
            <a:pPr>
              <a:defRPr/>
            </a:pPr>
            <a:endParaRPr lang="en-US"/>
          </a:p>
        </p:txBody>
      </p:sp>
      <p:sp>
        <p:nvSpPr>
          <p:cNvPr id="66565" name="Rectangle 5"/>
          <p:cNvSpPr>
            <a:spLocks noGrp="1" noChangeArrowheads="1"/>
          </p:cNvSpPr>
          <p:nvPr>
            <p:ph type="sldNum" sz="quarter" idx="3"/>
          </p:nvPr>
        </p:nvSpPr>
        <p:spPr bwMode="auto">
          <a:xfrm>
            <a:off x="4017963" y="9707563"/>
            <a:ext cx="3071812" cy="511175"/>
          </a:xfrm>
          <a:prstGeom prst="rect">
            <a:avLst/>
          </a:prstGeom>
          <a:noFill/>
          <a:ln>
            <a:noFill/>
          </a:ln>
          <a:effectLst/>
        </p:spPr>
        <p:txBody>
          <a:bodyPr vert="horz" wrap="square" lIns="98902" tIns="49451" rIns="98902" bIns="49451" numCol="1" anchor="b" anchorCtr="0" compatLnSpc="1">
            <a:prstTxWarp prst="textNoShape">
              <a:avLst/>
            </a:prstTxWarp>
          </a:bodyPr>
          <a:lstStyle>
            <a:lvl1pPr algn="r" defTabSz="989013">
              <a:defRPr sz="1300"/>
            </a:lvl1pPr>
          </a:lstStyle>
          <a:p>
            <a:pPr>
              <a:defRPr/>
            </a:pPr>
            <a:fld id="{E739CC59-873E-FF43-BEA1-C0C74234B5A3}" type="slidenum">
              <a:rPr lang="en-US"/>
              <a:pPr>
                <a:defRPr/>
              </a:pPr>
              <a:t>‹#›</a:t>
            </a:fld>
            <a:endParaRPr lang="en-US"/>
          </a:p>
        </p:txBody>
      </p:sp>
    </p:spTree>
    <p:extLst>
      <p:ext uri="{BB962C8B-B14F-4D97-AF65-F5344CB8AC3E}">
        <p14:creationId xmlns:p14="http://schemas.microsoft.com/office/powerpoint/2010/main" val="346169269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62" name="Rectangle 4098"/>
          <p:cNvSpPr>
            <a:spLocks noGrp="1" noChangeArrowheads="1"/>
          </p:cNvSpPr>
          <p:nvPr>
            <p:ph type="hdr" sz="quarter"/>
          </p:nvPr>
        </p:nvSpPr>
        <p:spPr bwMode="auto">
          <a:xfrm>
            <a:off x="0" y="0"/>
            <a:ext cx="3048000" cy="533400"/>
          </a:xfrm>
          <a:prstGeom prst="rect">
            <a:avLst/>
          </a:prstGeom>
          <a:noFill/>
          <a:ln>
            <a:noFill/>
          </a:ln>
          <a:effectLst/>
        </p:spPr>
        <p:txBody>
          <a:bodyPr vert="horz" wrap="square" lIns="91440" tIns="45720" rIns="91440" bIns="45720" numCol="1" anchor="t" anchorCtr="0" compatLnSpc="1">
            <a:prstTxWarp prst="textNoShape">
              <a:avLst/>
            </a:prstTxWarp>
          </a:bodyPr>
          <a:lstStyle>
            <a:lvl1pPr>
              <a:defRPr sz="1200">
                <a:latin typeface="Tahoma" charset="0"/>
                <a:ea typeface="ＭＳ Ｐゴシック" charset="0"/>
                <a:cs typeface="+mn-cs"/>
              </a:defRPr>
            </a:lvl1pPr>
          </a:lstStyle>
          <a:p>
            <a:pPr>
              <a:defRPr/>
            </a:pPr>
            <a:endParaRPr lang="en-US"/>
          </a:p>
        </p:txBody>
      </p:sp>
      <p:sp>
        <p:nvSpPr>
          <p:cNvPr id="92163" name="Rectangle 4099"/>
          <p:cNvSpPr>
            <a:spLocks noGrp="1" noChangeArrowheads="1"/>
          </p:cNvSpPr>
          <p:nvPr>
            <p:ph type="dt" idx="1"/>
          </p:nvPr>
        </p:nvSpPr>
        <p:spPr bwMode="auto">
          <a:xfrm>
            <a:off x="4038600" y="0"/>
            <a:ext cx="3048000" cy="5334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200">
                <a:latin typeface="Tahoma" charset="0"/>
                <a:ea typeface="ＭＳ Ｐゴシック" charset="0"/>
                <a:cs typeface="+mn-cs"/>
              </a:defRPr>
            </a:lvl1pPr>
          </a:lstStyle>
          <a:p>
            <a:pPr>
              <a:defRPr/>
            </a:pPr>
            <a:endParaRPr lang="en-US"/>
          </a:p>
        </p:txBody>
      </p:sp>
      <p:sp>
        <p:nvSpPr>
          <p:cNvPr id="14340" name="Rectangle 4100"/>
          <p:cNvSpPr>
            <a:spLocks noGrp="1" noRot="1" noChangeAspect="1" noChangeArrowheads="1" noTextEdit="1"/>
          </p:cNvSpPr>
          <p:nvPr>
            <p:ph type="sldImg" idx="2"/>
          </p:nvPr>
        </p:nvSpPr>
        <p:spPr bwMode="auto">
          <a:xfrm>
            <a:off x="195263" y="762000"/>
            <a:ext cx="6772275" cy="3810000"/>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92165" name="Rectangle 4101"/>
          <p:cNvSpPr>
            <a:spLocks noGrp="1" noChangeArrowheads="1"/>
          </p:cNvSpPr>
          <p:nvPr>
            <p:ph type="body" sz="quarter" idx="3"/>
          </p:nvPr>
        </p:nvSpPr>
        <p:spPr bwMode="auto">
          <a:xfrm>
            <a:off x="914400" y="4876800"/>
            <a:ext cx="5257800" cy="45720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2166" name="Rectangle 4102"/>
          <p:cNvSpPr>
            <a:spLocks noGrp="1" noChangeArrowheads="1"/>
          </p:cNvSpPr>
          <p:nvPr>
            <p:ph type="ftr" sz="quarter" idx="4"/>
          </p:nvPr>
        </p:nvSpPr>
        <p:spPr bwMode="auto">
          <a:xfrm>
            <a:off x="0" y="9677400"/>
            <a:ext cx="3048000" cy="533400"/>
          </a:xfrm>
          <a:prstGeom prst="rect">
            <a:avLst/>
          </a:prstGeom>
          <a:noFill/>
          <a:ln>
            <a:noFill/>
          </a:ln>
          <a:effectLst/>
        </p:spPr>
        <p:txBody>
          <a:bodyPr vert="horz" wrap="square" lIns="91440" tIns="45720" rIns="91440" bIns="45720" numCol="1" anchor="b" anchorCtr="0" compatLnSpc="1">
            <a:prstTxWarp prst="textNoShape">
              <a:avLst/>
            </a:prstTxWarp>
          </a:bodyPr>
          <a:lstStyle>
            <a:lvl1pPr>
              <a:defRPr sz="1200">
                <a:latin typeface="Tahoma" charset="0"/>
                <a:ea typeface="ＭＳ Ｐゴシック" charset="0"/>
                <a:cs typeface="+mn-cs"/>
              </a:defRPr>
            </a:lvl1pPr>
          </a:lstStyle>
          <a:p>
            <a:pPr>
              <a:defRPr/>
            </a:pPr>
            <a:endParaRPr lang="en-US"/>
          </a:p>
        </p:txBody>
      </p:sp>
      <p:sp>
        <p:nvSpPr>
          <p:cNvPr id="92167" name="Rectangle 4103"/>
          <p:cNvSpPr>
            <a:spLocks noGrp="1" noChangeArrowheads="1"/>
          </p:cNvSpPr>
          <p:nvPr>
            <p:ph type="sldNum" sz="quarter" idx="5"/>
          </p:nvPr>
        </p:nvSpPr>
        <p:spPr bwMode="auto">
          <a:xfrm>
            <a:off x="4038600" y="9677400"/>
            <a:ext cx="3048000" cy="5334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B1348EA3-C290-8148-9528-44C1485A20A8}" type="slidenum">
              <a:rPr lang="en-US"/>
              <a:pPr>
                <a:defRPr/>
              </a:pPr>
              <a:t>‹#›</a:t>
            </a:fld>
            <a:endParaRPr lang="en-US"/>
          </a:p>
        </p:txBody>
      </p:sp>
    </p:spTree>
    <p:extLst>
      <p:ext uri="{BB962C8B-B14F-4D97-AF65-F5344CB8AC3E}">
        <p14:creationId xmlns:p14="http://schemas.microsoft.com/office/powerpoint/2010/main" val="186404495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charset="0"/>
        <a:ea typeface="ＭＳ Ｐゴシック" charset="0"/>
        <a:cs typeface="ＭＳ Ｐゴシック" charset="0"/>
      </a:defRPr>
    </a:lvl1pPr>
    <a:lvl2pPr marL="457200" algn="l" rtl="0" eaLnBrk="0" fontAlgn="base" hangingPunct="0">
      <a:spcBef>
        <a:spcPct val="30000"/>
      </a:spcBef>
      <a:spcAft>
        <a:spcPct val="0"/>
      </a:spcAft>
      <a:defRPr kumimoji="1" sz="1200" kern="1200">
        <a:solidFill>
          <a:schemeClr val="tx1"/>
        </a:solidFill>
        <a:latin typeface="Times New Roman" charset="0"/>
        <a:ea typeface="ＭＳ Ｐゴシック" charset="0"/>
        <a:cs typeface="+mn-cs"/>
      </a:defRPr>
    </a:lvl2pPr>
    <a:lvl3pPr marL="914400" algn="l" rtl="0" eaLnBrk="0" fontAlgn="base" hangingPunct="0">
      <a:spcBef>
        <a:spcPct val="30000"/>
      </a:spcBef>
      <a:spcAft>
        <a:spcPct val="0"/>
      </a:spcAft>
      <a:defRPr kumimoji="1" sz="1200" kern="1200">
        <a:solidFill>
          <a:schemeClr val="tx1"/>
        </a:solidFill>
        <a:latin typeface="Times New Roman" charset="0"/>
        <a:ea typeface="ＭＳ Ｐゴシック" charset="0"/>
        <a:cs typeface="+mn-cs"/>
      </a:defRPr>
    </a:lvl3pPr>
    <a:lvl4pPr marL="1371600" algn="l" rtl="0" eaLnBrk="0" fontAlgn="base" hangingPunct="0">
      <a:spcBef>
        <a:spcPct val="30000"/>
      </a:spcBef>
      <a:spcAft>
        <a:spcPct val="0"/>
      </a:spcAft>
      <a:defRPr kumimoji="1" sz="1200" kern="1200">
        <a:solidFill>
          <a:schemeClr val="tx1"/>
        </a:solidFill>
        <a:latin typeface="Times New Roman" charset="0"/>
        <a:ea typeface="ＭＳ Ｐゴシック" charset="0"/>
        <a:cs typeface="+mn-cs"/>
      </a:defRPr>
    </a:lvl4pPr>
    <a:lvl5pPr marL="1828800" algn="l" rtl="0" eaLnBrk="0" fontAlgn="base" hangingPunct="0">
      <a:spcBef>
        <a:spcPct val="30000"/>
      </a:spcBef>
      <a:spcAft>
        <a:spcPct val="0"/>
      </a:spcAft>
      <a:defRPr kumimoji="1" sz="1200" kern="1200">
        <a:solidFill>
          <a:schemeClr val="tx1"/>
        </a:solidFill>
        <a:latin typeface="Times New Roman"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7"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6"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5" cy="1373070"/>
          </a:xfrm>
        </p:spPr>
        <p:txBody>
          <a:bodyPr anchor="b">
            <a:noAutofit/>
          </a:bodyPr>
          <a:lstStyle>
            <a:lvl1pPr algn="r">
              <a:defRPr sz="4050"/>
            </a:lvl1pPr>
          </a:lstStyle>
          <a:p>
            <a:r>
              <a:rPr lang="en-GB"/>
              <a:t>Click to edit Master title style</a:t>
            </a:r>
            <a:endParaRPr lang="en-US" dirty="0"/>
          </a:p>
        </p:txBody>
      </p:sp>
      <p:sp>
        <p:nvSpPr>
          <p:cNvPr id="3" name="Subtitle 2"/>
          <p:cNvSpPr>
            <a:spLocks noGrp="1"/>
          </p:cNvSpPr>
          <p:nvPr>
            <p:ph type="subTitle" idx="1"/>
          </p:nvPr>
        </p:nvSpPr>
        <p:spPr>
          <a:xfrm>
            <a:off x="680322" y="4394041"/>
            <a:ext cx="8144135" cy="1117687"/>
          </a:xfrm>
        </p:spPr>
        <p:txBody>
          <a:bodyPr>
            <a:normAutofit/>
          </a:bodyPr>
          <a:lstStyle>
            <a:lvl1pPr marL="0" indent="0" algn="r">
              <a:buNone/>
              <a:defRPr sz="15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08B9EBBA-996F-894A-B54A-D6246ED52CEA}" type="datetimeFigureOut">
              <a:rPr lang="en-US" smtClean="0"/>
              <a:pPr/>
              <a:t>2/19/26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255347" y="2750337"/>
            <a:ext cx="1171888" cy="1356442"/>
          </a:xfrm>
        </p:spPr>
        <p:txBody>
          <a:bodyPr/>
          <a:lstStyle/>
          <a:p>
            <a:pPr>
              <a:defRPr/>
            </a:pPr>
            <a:fld id="{DAFFCA5D-7261-3E46-BCC0-8D44B9A657C0}" type="slidenum">
              <a:rPr lang="en-US" smtClean="0"/>
              <a:pPr>
                <a:defRPr/>
              </a:pPr>
              <a:t>‹#›</a:t>
            </a:fld>
            <a:endParaRPr lang="en-US"/>
          </a:p>
        </p:txBody>
      </p:sp>
    </p:spTree>
    <p:extLst>
      <p:ext uri="{BB962C8B-B14F-4D97-AF65-F5344CB8AC3E}">
        <p14:creationId xmlns:p14="http://schemas.microsoft.com/office/powerpoint/2010/main" val="1169533774"/>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7" y="1971234"/>
            <a:ext cx="1602997" cy="144270"/>
          </a:xfrm>
          <a:prstGeom prst="rect">
            <a:avLst/>
          </a:prstGeom>
        </p:spPr>
      </p:pic>
      <p:sp>
        <p:nvSpPr>
          <p:cNvPr id="17" name="Rectangle 16"/>
          <p:cNvSpPr/>
          <p:nvPr/>
        </p:nvSpPr>
        <p:spPr bwMode="ltGray">
          <a:xfrm>
            <a:off x="1"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8"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09B482E8-6E0E-1B4F-B1FD-C69DB9E858D9}" type="datetimeFigureOut">
              <a:rPr lang="en-US" smtClean="0"/>
              <a:pPr/>
              <a:t>2/19/26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defRPr/>
            </a:pPr>
            <a:fld id="{F07A2AD6-D65D-AC4E-AA17-D4EE367446AB}" type="slidenum">
              <a:rPr lang="en-US" smtClean="0"/>
              <a:pPr>
                <a:defRPr/>
              </a:pPr>
              <a:t>‹#›</a:t>
            </a:fld>
            <a:endParaRPr lang="en-US"/>
          </a:p>
        </p:txBody>
      </p:sp>
    </p:spTree>
    <p:extLst>
      <p:ext uri="{BB962C8B-B14F-4D97-AF65-F5344CB8AC3E}">
        <p14:creationId xmlns:p14="http://schemas.microsoft.com/office/powerpoint/2010/main" val="4240330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6"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2700"/>
            </a:lvl1pPr>
          </a:lstStyle>
          <a:p>
            <a:r>
              <a:rPr lang="en-GB"/>
              <a:t>Click to edit Master title style</a:t>
            </a:r>
            <a:endParaRPr lang="en-US" dirty="0"/>
          </a:p>
        </p:txBody>
      </p:sp>
      <p:sp>
        <p:nvSpPr>
          <p:cNvPr id="3" name="Text Placeholder 2"/>
          <p:cNvSpPr>
            <a:spLocks noGrp="1"/>
          </p:cNvSpPr>
          <p:nvPr>
            <p:ph type="body" idx="1"/>
          </p:nvPr>
        </p:nvSpPr>
        <p:spPr>
          <a:xfrm>
            <a:off x="680322" y="4232173"/>
            <a:ext cx="9613860" cy="1704017"/>
          </a:xfrm>
        </p:spPr>
        <p:txBody>
          <a:bodyPr>
            <a:normAutofit/>
          </a:bodyPr>
          <a:lstStyle>
            <a:lvl1pPr marL="0" indent="0" algn="r">
              <a:buNone/>
              <a:defRPr sz="15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smtClean="0"/>
              <a:pPr/>
              <a:t>2/19/26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729457" y="2869897"/>
            <a:ext cx="1154151" cy="1090789"/>
          </a:xfrm>
        </p:spPr>
        <p:txBody>
          <a:bodyPr/>
          <a:lstStyle/>
          <a:p>
            <a:pPr>
              <a:defRPr/>
            </a:pPr>
            <a:fld id="{C35C18D2-0C4F-1048-8791-EAC4D231C672}" type="slidenum">
              <a:rPr lang="en-US" smtClean="0"/>
              <a:pPr>
                <a:defRPr/>
              </a:pPr>
              <a:t>‹#›</a:t>
            </a:fld>
            <a:endParaRPr lang="en-US"/>
          </a:p>
        </p:txBody>
      </p:sp>
    </p:spTree>
    <p:extLst>
      <p:ext uri="{BB962C8B-B14F-4D97-AF65-F5344CB8AC3E}">
        <p14:creationId xmlns:p14="http://schemas.microsoft.com/office/powerpoint/2010/main" val="15220281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7" y="1971234"/>
            <a:ext cx="1602997" cy="144270"/>
          </a:xfrm>
          <a:prstGeom prst="rect">
            <a:avLst/>
          </a:prstGeom>
        </p:spPr>
      </p:pic>
      <p:sp>
        <p:nvSpPr>
          <p:cNvPr id="10" name="Rectangle 9"/>
          <p:cNvSpPr/>
          <p:nvPr/>
        </p:nvSpPr>
        <p:spPr bwMode="ltGray">
          <a:xfrm>
            <a:off x="1"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8"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80321" y="2336873"/>
            <a:ext cx="4698359" cy="359931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594123" y="2336873"/>
            <a:ext cx="4700059" cy="359931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09B482E8-6E0E-1B4F-B1FD-C69DB9E858D9}" type="datetimeFigureOut">
              <a:rPr lang="en-US" smtClean="0"/>
              <a:pPr/>
              <a:t>2/19/26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a:defRPr/>
            </a:pPr>
            <a:fld id="{21CA77CA-13E0-A143-9FB5-3BE16FE492D4}" type="slidenum">
              <a:rPr lang="en-US" smtClean="0"/>
              <a:pPr>
                <a:defRPr/>
              </a:pPr>
              <a:t>‹#›</a:t>
            </a:fld>
            <a:endParaRPr lang="en-US"/>
          </a:p>
        </p:txBody>
      </p:sp>
    </p:spTree>
    <p:extLst>
      <p:ext uri="{BB962C8B-B14F-4D97-AF65-F5344CB8AC3E}">
        <p14:creationId xmlns:p14="http://schemas.microsoft.com/office/powerpoint/2010/main" val="1569430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7" y="1971234"/>
            <a:ext cx="1602997" cy="144270"/>
          </a:xfrm>
          <a:prstGeom prst="rect">
            <a:avLst/>
          </a:prstGeom>
        </p:spPr>
      </p:pic>
      <p:sp>
        <p:nvSpPr>
          <p:cNvPr id="12" name="Rectangle 11"/>
          <p:cNvSpPr/>
          <p:nvPr/>
        </p:nvSpPr>
        <p:spPr bwMode="ltGray">
          <a:xfrm>
            <a:off x="1"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8"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0" y="753231"/>
            <a:ext cx="9613863" cy="1080937"/>
          </a:xfrm>
        </p:spPr>
        <p:txBody>
          <a:bodyPr/>
          <a:lstStyle/>
          <a:p>
            <a:r>
              <a:rPr lang="en-GB"/>
              <a:t>Click to edit Master title style</a:t>
            </a:r>
            <a:endParaRPr lang="en-US" dirty="0"/>
          </a:p>
        </p:txBody>
      </p:sp>
      <p:sp>
        <p:nvSpPr>
          <p:cNvPr id="3" name="Text Placeholder 2"/>
          <p:cNvSpPr>
            <a:spLocks noGrp="1"/>
          </p:cNvSpPr>
          <p:nvPr>
            <p:ph type="body" idx="1"/>
          </p:nvPr>
        </p:nvSpPr>
        <p:spPr>
          <a:xfrm>
            <a:off x="906351" y="2336875"/>
            <a:ext cx="4472327" cy="69313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p:cNvSpPr>
            <a:spLocks noGrp="1"/>
          </p:cNvSpPr>
          <p:nvPr>
            <p:ph sz="half" idx="2"/>
          </p:nvPr>
        </p:nvSpPr>
        <p:spPr>
          <a:xfrm>
            <a:off x="680323" y="3030010"/>
            <a:ext cx="4698355" cy="290617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820155" y="2336873"/>
            <a:ext cx="4474028" cy="692076"/>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p:cNvSpPr>
            <a:spLocks noGrp="1"/>
          </p:cNvSpPr>
          <p:nvPr>
            <p:ph sz="quarter" idx="4"/>
          </p:nvPr>
        </p:nvSpPr>
        <p:spPr>
          <a:xfrm>
            <a:off x="5594124" y="3030010"/>
            <a:ext cx="4700059" cy="290617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09B482E8-6E0E-1B4F-B1FD-C69DB9E858D9}" type="datetimeFigureOut">
              <a:rPr lang="en-US" smtClean="0"/>
              <a:pPr/>
              <a:t>2/19/26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a:defRPr/>
            </a:pPr>
            <a:fld id="{6A7D068B-B1E1-A342-A203-AB047747FD7F}" type="slidenum">
              <a:rPr lang="en-US" smtClean="0"/>
              <a:pPr>
                <a:defRPr/>
              </a:pPr>
              <a:t>‹#›</a:t>
            </a:fld>
            <a:endParaRPr lang="en-US"/>
          </a:p>
        </p:txBody>
      </p:sp>
    </p:spTree>
    <p:extLst>
      <p:ext uri="{BB962C8B-B14F-4D97-AF65-F5344CB8AC3E}">
        <p14:creationId xmlns:p14="http://schemas.microsoft.com/office/powerpoint/2010/main" val="28284195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7" y="1971234"/>
            <a:ext cx="1602997" cy="144270"/>
          </a:xfrm>
          <a:prstGeom prst="rect">
            <a:avLst/>
          </a:prstGeom>
        </p:spPr>
      </p:pic>
      <p:sp>
        <p:nvSpPr>
          <p:cNvPr id="8" name="Rectangle 7"/>
          <p:cNvSpPr/>
          <p:nvPr/>
        </p:nvSpPr>
        <p:spPr bwMode="ltGray">
          <a:xfrm>
            <a:off x="1"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8"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F13A34C8-038E-2045-AF43-DF7DBB8E0E9E}" type="datetimeFigureOut">
              <a:rPr lang="en-US" smtClean="0"/>
              <a:pPr/>
              <a:t>2/19/26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a:defRPr/>
            </a:pPr>
            <a:fld id="{A27C639F-D5FD-EE49-99EB-E8AA2038BC35}" type="slidenum">
              <a:rPr lang="en-US" smtClean="0"/>
              <a:pPr>
                <a:defRPr/>
              </a:pPr>
              <a:t>‹#›</a:t>
            </a:fld>
            <a:endParaRPr lang="en-US"/>
          </a:p>
        </p:txBody>
      </p:sp>
    </p:spTree>
    <p:extLst>
      <p:ext uri="{BB962C8B-B14F-4D97-AF65-F5344CB8AC3E}">
        <p14:creationId xmlns:p14="http://schemas.microsoft.com/office/powerpoint/2010/main" val="2469227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7" y="1971234"/>
            <a:ext cx="1602997" cy="144270"/>
          </a:xfrm>
          <a:prstGeom prst="rect">
            <a:avLst/>
          </a:prstGeom>
        </p:spPr>
      </p:pic>
      <p:sp>
        <p:nvSpPr>
          <p:cNvPr id="6" name="Rectangle 5"/>
          <p:cNvSpPr/>
          <p:nvPr/>
        </p:nvSpPr>
        <p:spPr>
          <a:xfrm>
            <a:off x="10585828"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Date Placeholder 1"/>
          <p:cNvSpPr>
            <a:spLocks noGrp="1"/>
          </p:cNvSpPr>
          <p:nvPr>
            <p:ph type="dt" sz="half" idx="10"/>
          </p:nvPr>
        </p:nvSpPr>
        <p:spPr/>
        <p:txBody>
          <a:bodyPr/>
          <a:lstStyle/>
          <a:p>
            <a:fld id="{8818C68F-D26B-8F47-958C-23B49CF8A634}" type="datetimeFigureOut">
              <a:rPr lang="en-US" smtClean="0"/>
              <a:pPr/>
              <a:t>2/19/26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a:defRPr/>
            </a:pPr>
            <a:fld id="{6413C257-A766-F845-8D87-0C6E24FBB088}" type="slidenum">
              <a:rPr lang="en-US" smtClean="0"/>
              <a:pPr>
                <a:defRPr/>
              </a:pPr>
              <a:t>‹#›</a:t>
            </a:fld>
            <a:endParaRPr lang="en-US"/>
          </a:p>
        </p:txBody>
      </p:sp>
    </p:spTree>
    <p:extLst>
      <p:ext uri="{BB962C8B-B14F-4D97-AF65-F5344CB8AC3E}">
        <p14:creationId xmlns:p14="http://schemas.microsoft.com/office/powerpoint/2010/main" val="12111982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7" y="1971234"/>
            <a:ext cx="1602997" cy="144270"/>
          </a:xfrm>
          <a:prstGeom prst="rect">
            <a:avLst/>
          </a:prstGeom>
        </p:spPr>
      </p:pic>
      <p:sp>
        <p:nvSpPr>
          <p:cNvPr id="10" name="Rectangle 9"/>
          <p:cNvSpPr/>
          <p:nvPr/>
        </p:nvSpPr>
        <p:spPr bwMode="ltGray">
          <a:xfrm>
            <a:off x="1"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8"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2700"/>
            </a:lvl1pPr>
          </a:lstStyle>
          <a:p>
            <a:r>
              <a:rPr lang="en-GB"/>
              <a:t>Click to edit Master title style</a:t>
            </a:r>
            <a:endParaRPr lang="en-US" dirty="0"/>
          </a:p>
        </p:txBody>
      </p:sp>
      <p:sp>
        <p:nvSpPr>
          <p:cNvPr id="3" name="Content Placeholder 2"/>
          <p:cNvSpPr>
            <a:spLocks noGrp="1"/>
          </p:cNvSpPr>
          <p:nvPr>
            <p:ph idx="1"/>
          </p:nvPr>
        </p:nvSpPr>
        <p:spPr>
          <a:xfrm>
            <a:off x="4685847" y="2336875"/>
            <a:ext cx="5608336" cy="359931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80322" y="2336874"/>
            <a:ext cx="3790079" cy="3599317"/>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09B482E8-6E0E-1B4F-B1FD-C69DB9E858D9}" type="datetimeFigureOut">
              <a:rPr lang="en-US" smtClean="0"/>
              <a:pPr/>
              <a:t>2/19/26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a:defRPr/>
            </a:pPr>
            <a:fld id="{6C2E12D2-2E02-2549-8554-5CB9074C30A3}" type="slidenum">
              <a:rPr lang="en-US" smtClean="0"/>
              <a:pPr>
                <a:defRPr/>
              </a:pPr>
              <a:t>‹#›</a:t>
            </a:fld>
            <a:endParaRPr lang="en-US"/>
          </a:p>
        </p:txBody>
      </p:sp>
    </p:spTree>
    <p:extLst>
      <p:ext uri="{BB962C8B-B14F-4D97-AF65-F5344CB8AC3E}">
        <p14:creationId xmlns:p14="http://schemas.microsoft.com/office/powerpoint/2010/main" val="2050112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7" y="1971234"/>
            <a:ext cx="1602997" cy="144270"/>
          </a:xfrm>
          <a:prstGeom prst="rect">
            <a:avLst/>
          </a:prstGeom>
        </p:spPr>
      </p:pic>
      <p:sp>
        <p:nvSpPr>
          <p:cNvPr id="10" name="Rectangle 9"/>
          <p:cNvSpPr/>
          <p:nvPr/>
        </p:nvSpPr>
        <p:spPr bwMode="ltGray">
          <a:xfrm>
            <a:off x="1"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8"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2700"/>
            </a:lvl1pPr>
          </a:lstStyle>
          <a:p>
            <a:r>
              <a:rPr lang="en-GB"/>
              <a:t>Click to edit Master title style</a:t>
            </a:r>
            <a:endParaRPr lang="en-US" dirty="0"/>
          </a:p>
        </p:txBody>
      </p:sp>
      <p:sp>
        <p:nvSpPr>
          <p:cNvPr id="3" name="Picture Placeholder 2"/>
          <p:cNvSpPr>
            <a:spLocks noGrp="1" noChangeAspect="1"/>
          </p:cNvSpPr>
          <p:nvPr>
            <p:ph type="pic" idx="1"/>
          </p:nvPr>
        </p:nvSpPr>
        <p:spPr>
          <a:xfrm>
            <a:off x="4868334"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dirty="0"/>
          </a:p>
        </p:txBody>
      </p:sp>
      <p:sp>
        <p:nvSpPr>
          <p:cNvPr id="4" name="Text Placeholder 3"/>
          <p:cNvSpPr>
            <a:spLocks noGrp="1"/>
          </p:cNvSpPr>
          <p:nvPr>
            <p:ph type="body" sz="half" idx="2"/>
          </p:nvPr>
        </p:nvSpPr>
        <p:spPr>
          <a:xfrm>
            <a:off x="680323" y="2336875"/>
            <a:ext cx="3876256" cy="3599315"/>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09B482E8-6E0E-1B4F-B1FD-C69DB9E858D9}" type="datetimeFigureOut">
              <a:rPr lang="en-US" smtClean="0"/>
              <a:pPr/>
              <a:t>2/19/26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a:defRPr/>
            </a:pPr>
            <a:fld id="{FAB131DF-2DA6-134A-8D48-D9596DDC1ECA}" type="slidenum">
              <a:rPr lang="en-US" smtClean="0"/>
              <a:pPr>
                <a:defRPr/>
              </a:pPr>
              <a:t>‹#›</a:t>
            </a:fld>
            <a:endParaRPr lang="en-US"/>
          </a:p>
        </p:txBody>
      </p:sp>
    </p:spTree>
    <p:extLst>
      <p:ext uri="{BB962C8B-B14F-4D97-AF65-F5344CB8AC3E}">
        <p14:creationId xmlns:p14="http://schemas.microsoft.com/office/powerpoint/2010/main" val="2457761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7" y="5929622"/>
            <a:ext cx="1602997" cy="144270"/>
          </a:xfrm>
          <a:prstGeom prst="rect">
            <a:avLst/>
          </a:prstGeom>
        </p:spPr>
      </p:pic>
      <p:sp>
        <p:nvSpPr>
          <p:cNvPr id="10" name="Rectangle 9"/>
          <p:cNvSpPr/>
          <p:nvPr/>
        </p:nvSpPr>
        <p:spPr bwMode="ltGray">
          <a:xfrm>
            <a:off x="1"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8"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8"/>
            <a:ext cx="9613859" cy="453051"/>
          </a:xfrm>
        </p:spPr>
        <p:txBody>
          <a:bodyPr anchor="b">
            <a:normAutofit/>
          </a:bodyPr>
          <a:lstStyle>
            <a:lvl1pPr>
              <a:defRPr sz="1800"/>
            </a:lvl1pPr>
          </a:lstStyle>
          <a:p>
            <a:r>
              <a:rPr lang="en-GB"/>
              <a:t>Click to edit Master title style</a:t>
            </a:r>
            <a:endParaRPr lang="en-US" dirty="0"/>
          </a:p>
        </p:txBody>
      </p:sp>
      <p:sp>
        <p:nvSpPr>
          <p:cNvPr id="3" name="Picture Placeholder 2"/>
          <p:cNvSpPr>
            <a:spLocks noGrp="1" noChangeAspect="1"/>
          </p:cNvSpPr>
          <p:nvPr>
            <p:ph type="pic" idx="1"/>
          </p:nvPr>
        </p:nvSpPr>
        <p:spPr>
          <a:xfrm>
            <a:off x="680322" y="609599"/>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dirty="0"/>
          </a:p>
        </p:txBody>
      </p:sp>
      <p:sp>
        <p:nvSpPr>
          <p:cNvPr id="4" name="Text Placeholder 3"/>
          <p:cNvSpPr>
            <a:spLocks noGrp="1"/>
          </p:cNvSpPr>
          <p:nvPr>
            <p:ph type="body" sz="half" idx="2"/>
          </p:nvPr>
        </p:nvSpPr>
        <p:spPr>
          <a:xfrm>
            <a:off x="680319" y="5169585"/>
            <a:ext cx="9613863" cy="62297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09B482E8-6E0E-1B4F-B1FD-C69DB9E858D9}" type="datetimeFigureOut">
              <a:rPr lang="en-US" smtClean="0"/>
              <a:pPr/>
              <a:t>2/19/26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7" y="4711311"/>
            <a:ext cx="1154151" cy="1090789"/>
          </a:xfrm>
        </p:spPr>
        <p:txBody>
          <a:bodyPr/>
          <a:lstStyle/>
          <a:p>
            <a:pPr>
              <a:defRPr/>
            </a:pPr>
            <a:fld id="{DAFFCA5D-7261-3E46-BCC0-8D44B9A657C0}" type="slidenum">
              <a:rPr lang="en-US" smtClean="0"/>
              <a:pPr>
                <a:defRPr/>
              </a:pPr>
              <a:t>‹#›</a:t>
            </a:fld>
            <a:endParaRPr lang="en-US"/>
          </a:p>
        </p:txBody>
      </p:sp>
    </p:spTree>
    <p:extLst>
      <p:ext uri="{BB962C8B-B14F-4D97-AF65-F5344CB8AC3E}">
        <p14:creationId xmlns:p14="http://schemas.microsoft.com/office/powerpoint/2010/main" val="2631867549"/>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7" y="5929622"/>
            <a:ext cx="1602997" cy="144270"/>
          </a:xfrm>
          <a:prstGeom prst="rect">
            <a:avLst/>
          </a:prstGeom>
        </p:spPr>
      </p:pic>
      <p:sp>
        <p:nvSpPr>
          <p:cNvPr id="10" name="Rectangle 9"/>
          <p:cNvSpPr/>
          <p:nvPr/>
        </p:nvSpPr>
        <p:spPr bwMode="ltGray">
          <a:xfrm>
            <a:off x="1"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8"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609597"/>
            <a:ext cx="9613859" cy="3592750"/>
          </a:xfrm>
        </p:spPr>
        <p:txBody>
          <a:bodyPr anchor="ctr"/>
          <a:lstStyle>
            <a:lvl1pPr>
              <a:defRPr sz="2400"/>
            </a:lvl1pPr>
          </a:lstStyle>
          <a:p>
            <a:r>
              <a:rPr lang="en-GB"/>
              <a:t>Click to edit Master title style</a:t>
            </a:r>
            <a:endParaRPr lang="en-US" dirty="0"/>
          </a:p>
        </p:txBody>
      </p:sp>
      <p:sp>
        <p:nvSpPr>
          <p:cNvPr id="4" name="Text Placeholder 3"/>
          <p:cNvSpPr>
            <a:spLocks noGrp="1"/>
          </p:cNvSpPr>
          <p:nvPr>
            <p:ph type="body" sz="half" idx="2"/>
          </p:nvPr>
        </p:nvSpPr>
        <p:spPr>
          <a:xfrm>
            <a:off x="680322" y="4711617"/>
            <a:ext cx="9613859" cy="1090789"/>
          </a:xfrm>
        </p:spPr>
        <p:txBody>
          <a:bodyPr anchor="ct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09B482E8-6E0E-1B4F-B1FD-C69DB9E858D9}" type="datetimeFigureOut">
              <a:rPr lang="en-US" smtClean="0"/>
              <a:pPr/>
              <a:t>2/19/26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7" y="4711617"/>
            <a:ext cx="1154151" cy="1090789"/>
          </a:xfrm>
        </p:spPr>
        <p:txBody>
          <a:bodyPr/>
          <a:lstStyle/>
          <a:p>
            <a:pPr>
              <a:defRPr/>
            </a:pPr>
            <a:fld id="{DAFFCA5D-7261-3E46-BCC0-8D44B9A657C0}" type="slidenum">
              <a:rPr lang="en-US" smtClean="0"/>
              <a:pPr>
                <a:defRPr/>
              </a:pPr>
              <a:t>‹#›</a:t>
            </a:fld>
            <a:endParaRPr lang="en-US"/>
          </a:p>
        </p:txBody>
      </p:sp>
    </p:spTree>
    <p:extLst>
      <p:ext uri="{BB962C8B-B14F-4D97-AF65-F5344CB8AC3E}">
        <p14:creationId xmlns:p14="http://schemas.microsoft.com/office/powerpoint/2010/main" val="327106168"/>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7" y="5929622"/>
            <a:ext cx="1602997" cy="144270"/>
          </a:xfrm>
          <a:prstGeom prst="rect">
            <a:avLst/>
          </a:prstGeom>
        </p:spPr>
      </p:pic>
      <p:sp>
        <p:nvSpPr>
          <p:cNvPr id="14" name="Rectangle 13"/>
          <p:cNvSpPr/>
          <p:nvPr/>
        </p:nvSpPr>
        <p:spPr bwMode="ltGray">
          <a:xfrm>
            <a:off x="1"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8"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2400"/>
            </a:lvl1pPr>
          </a:lstStyle>
          <a:p>
            <a:r>
              <a:rPr lang="en-GB"/>
              <a:t>Click to edit Master title style</a:t>
            </a:r>
            <a:endParaRPr lang="en-US" dirty="0"/>
          </a:p>
        </p:txBody>
      </p:sp>
      <p:sp>
        <p:nvSpPr>
          <p:cNvPr id="12" name="Text Placeholder 3"/>
          <p:cNvSpPr>
            <a:spLocks noGrp="1"/>
          </p:cNvSpPr>
          <p:nvPr>
            <p:ph type="body" sz="half" idx="13"/>
          </p:nvPr>
        </p:nvSpPr>
        <p:spPr>
          <a:xfrm>
            <a:off x="1402289" y="3653379"/>
            <a:ext cx="8156579" cy="548968"/>
          </a:xfrm>
        </p:spPr>
        <p:txBody>
          <a:bodyPr anchor="t">
            <a:normAutofit/>
          </a:bodyPr>
          <a:lstStyle>
            <a:lvl1pPr marL="0" indent="0">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4" name="Text Placeholder 3"/>
          <p:cNvSpPr>
            <a:spLocks noGrp="1"/>
          </p:cNvSpPr>
          <p:nvPr>
            <p:ph type="body" sz="half" idx="2"/>
          </p:nvPr>
        </p:nvSpPr>
        <p:spPr>
          <a:xfrm>
            <a:off x="680322" y="4711617"/>
            <a:ext cx="9613859" cy="1090789"/>
          </a:xfrm>
        </p:spPr>
        <p:txBody>
          <a:bodyPr anchor="ctr">
            <a:normAutofit/>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09B482E8-6E0E-1B4F-B1FD-C69DB9E858D9}" type="datetimeFigureOut">
              <a:rPr lang="en-US" smtClean="0"/>
              <a:pPr/>
              <a:t>2/19/26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7" y="4709927"/>
            <a:ext cx="1154151" cy="1090789"/>
          </a:xfrm>
        </p:spPr>
        <p:txBody>
          <a:bodyPr/>
          <a:lstStyle/>
          <a:p>
            <a:pPr>
              <a:defRPr/>
            </a:pPr>
            <a:fld id="{DAFFCA5D-7261-3E46-BCC0-8D44B9A657C0}" type="slidenum">
              <a:rPr lang="en-US" smtClean="0"/>
              <a:pPr>
                <a:defRPr/>
              </a:pPr>
              <a:t>‹#›</a:t>
            </a:fld>
            <a:endParaRPr lang="en-US"/>
          </a:p>
        </p:txBody>
      </p:sp>
      <p:sp>
        <p:nvSpPr>
          <p:cNvPr id="16" name="TextBox 15"/>
          <p:cNvSpPr txBox="1"/>
          <p:nvPr/>
        </p:nvSpPr>
        <p:spPr>
          <a:xfrm>
            <a:off x="583572" y="748116"/>
            <a:ext cx="6096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54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5400" dirty="0">
                <a:solidFill>
                  <a:schemeClr val="tx1"/>
                </a:solidFill>
                <a:effectLst/>
              </a:rPr>
              <a:t>”</a:t>
            </a:r>
          </a:p>
        </p:txBody>
      </p:sp>
    </p:spTree>
    <p:extLst>
      <p:ext uri="{BB962C8B-B14F-4D97-AF65-F5344CB8AC3E}">
        <p14:creationId xmlns:p14="http://schemas.microsoft.com/office/powerpoint/2010/main" val="3187302809"/>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7" y="5929622"/>
            <a:ext cx="1602997" cy="144270"/>
          </a:xfrm>
          <a:prstGeom prst="rect">
            <a:avLst/>
          </a:prstGeom>
        </p:spPr>
      </p:pic>
      <p:sp>
        <p:nvSpPr>
          <p:cNvPr id="11" name="Rectangle 10"/>
          <p:cNvSpPr/>
          <p:nvPr/>
        </p:nvSpPr>
        <p:spPr bwMode="ltGray">
          <a:xfrm>
            <a:off x="1"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8"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7"/>
            <a:ext cx="9613863" cy="588535"/>
          </a:xfrm>
        </p:spPr>
        <p:txBody>
          <a:bodyPr anchor="b"/>
          <a:lstStyle>
            <a:lvl1pPr>
              <a:defRPr sz="2400"/>
            </a:lvl1pPr>
          </a:lstStyle>
          <a:p>
            <a:r>
              <a:rPr lang="en-GB"/>
              <a:t>Click to edit Master title style</a:t>
            </a:r>
            <a:endParaRPr lang="en-US" dirty="0"/>
          </a:p>
        </p:txBody>
      </p:sp>
      <p:sp>
        <p:nvSpPr>
          <p:cNvPr id="4" name="Text Placeholder 3"/>
          <p:cNvSpPr>
            <a:spLocks noGrp="1"/>
          </p:cNvSpPr>
          <p:nvPr>
            <p:ph type="body" sz="half" idx="2"/>
          </p:nvPr>
        </p:nvSpPr>
        <p:spPr>
          <a:xfrm>
            <a:off x="680320" y="5300151"/>
            <a:ext cx="9613863" cy="502255"/>
          </a:xfrm>
        </p:spPr>
        <p:txBody>
          <a:bodyPr anchor="t"/>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09B482E8-6E0E-1B4F-B1FD-C69DB9E858D9}" type="datetimeFigureOut">
              <a:rPr lang="en-US" smtClean="0"/>
              <a:pPr/>
              <a:t>2/19/26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7" y="4709927"/>
            <a:ext cx="1154151" cy="1090789"/>
          </a:xfrm>
        </p:spPr>
        <p:txBody>
          <a:bodyPr/>
          <a:lstStyle/>
          <a:p>
            <a:pPr>
              <a:defRPr/>
            </a:pPr>
            <a:fld id="{DAFFCA5D-7261-3E46-BCC0-8D44B9A657C0}" type="slidenum">
              <a:rPr lang="en-US" smtClean="0"/>
              <a:pPr>
                <a:defRPr/>
              </a:pPr>
              <a:t>‹#›</a:t>
            </a:fld>
            <a:endParaRPr lang="en-US"/>
          </a:p>
        </p:txBody>
      </p:sp>
    </p:spTree>
    <p:extLst>
      <p:ext uri="{BB962C8B-B14F-4D97-AF65-F5344CB8AC3E}">
        <p14:creationId xmlns:p14="http://schemas.microsoft.com/office/powerpoint/2010/main" val="4164703748"/>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7" y="1971234"/>
            <a:ext cx="1602997" cy="144270"/>
          </a:xfrm>
          <a:prstGeom prst="rect">
            <a:avLst/>
          </a:prstGeom>
        </p:spPr>
      </p:pic>
      <p:sp>
        <p:nvSpPr>
          <p:cNvPr id="16" name="Rectangle 15"/>
          <p:cNvSpPr/>
          <p:nvPr/>
        </p:nvSpPr>
        <p:spPr bwMode="ltGray">
          <a:xfrm>
            <a:off x="1"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8"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1" y="753228"/>
            <a:ext cx="9624960" cy="1080938"/>
          </a:xfrm>
        </p:spPr>
        <p:txBody>
          <a:bodyPr/>
          <a:lstStyle/>
          <a:p>
            <a:r>
              <a:rPr lang="en-GB"/>
              <a:t>Click to edit Master title style</a:t>
            </a:r>
            <a:endParaRPr lang="en-US" dirty="0"/>
          </a:p>
        </p:txBody>
      </p:sp>
      <p:sp>
        <p:nvSpPr>
          <p:cNvPr id="7" name="Text Placeholder 2"/>
          <p:cNvSpPr>
            <a:spLocks noGrp="1"/>
          </p:cNvSpPr>
          <p:nvPr>
            <p:ph type="body" idx="1"/>
          </p:nvPr>
        </p:nvSpPr>
        <p:spPr>
          <a:xfrm>
            <a:off x="660945" y="2336873"/>
            <a:ext cx="3070035" cy="576262"/>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8" name="Text Placeholder 3"/>
          <p:cNvSpPr>
            <a:spLocks noGrp="1"/>
          </p:cNvSpPr>
          <p:nvPr>
            <p:ph type="body" sz="half" idx="15"/>
          </p:nvPr>
        </p:nvSpPr>
        <p:spPr>
          <a:xfrm>
            <a:off x="680322" y="3022674"/>
            <a:ext cx="3049703" cy="2913513"/>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10" name="Text Placeholder 3"/>
          <p:cNvSpPr>
            <a:spLocks noGrp="1"/>
          </p:cNvSpPr>
          <p:nvPr>
            <p:ph type="body" sz="half" idx="16"/>
          </p:nvPr>
        </p:nvSpPr>
        <p:spPr>
          <a:xfrm>
            <a:off x="3945471" y="3022674"/>
            <a:ext cx="3063240" cy="2913513"/>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11" name="Text Placeholder 4"/>
          <p:cNvSpPr>
            <a:spLocks noGrp="1"/>
          </p:cNvSpPr>
          <p:nvPr>
            <p:ph type="body" sz="quarter" idx="13"/>
          </p:nvPr>
        </p:nvSpPr>
        <p:spPr>
          <a:xfrm>
            <a:off x="7224157" y="2336873"/>
            <a:ext cx="3070025" cy="576262"/>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12" name="Text Placeholder 3"/>
          <p:cNvSpPr>
            <a:spLocks noGrp="1"/>
          </p:cNvSpPr>
          <p:nvPr>
            <p:ph type="body" sz="half" idx="17"/>
          </p:nvPr>
        </p:nvSpPr>
        <p:spPr>
          <a:xfrm>
            <a:off x="7224157" y="3022674"/>
            <a:ext cx="3070025" cy="2913513"/>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3" name="Date Placeholder 2"/>
          <p:cNvSpPr>
            <a:spLocks noGrp="1"/>
          </p:cNvSpPr>
          <p:nvPr>
            <p:ph type="dt" sz="half" idx="10"/>
          </p:nvPr>
        </p:nvSpPr>
        <p:spPr/>
        <p:txBody>
          <a:bodyPr/>
          <a:lstStyle/>
          <a:p>
            <a:fld id="{09B482E8-6E0E-1B4F-B1FD-C69DB9E858D9}" type="datetimeFigureOut">
              <a:rPr lang="en-US" smtClean="0"/>
              <a:pPr/>
              <a:t>2/19/26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a:defRPr/>
            </a:pPr>
            <a:fld id="{DAFFCA5D-7261-3E46-BCC0-8D44B9A657C0}" type="slidenum">
              <a:rPr lang="en-US" smtClean="0"/>
              <a:pPr>
                <a:defRPr/>
              </a:pPr>
              <a:t>‹#›</a:t>
            </a:fld>
            <a:endParaRPr lang="en-US"/>
          </a:p>
        </p:txBody>
      </p:sp>
    </p:spTree>
    <p:extLst>
      <p:ext uri="{BB962C8B-B14F-4D97-AF65-F5344CB8AC3E}">
        <p14:creationId xmlns:p14="http://schemas.microsoft.com/office/powerpoint/2010/main" val="1419102131"/>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7" y="1971234"/>
            <a:ext cx="1602997" cy="144270"/>
          </a:xfrm>
          <a:prstGeom prst="rect">
            <a:avLst/>
          </a:prstGeom>
        </p:spPr>
      </p:pic>
      <p:sp>
        <p:nvSpPr>
          <p:cNvPr id="17" name="Rectangle 16"/>
          <p:cNvSpPr/>
          <p:nvPr/>
        </p:nvSpPr>
        <p:spPr bwMode="ltGray">
          <a:xfrm>
            <a:off x="1"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8"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GB"/>
              <a:t>Click to edit Master title style</a:t>
            </a:r>
            <a:endParaRPr lang="en-US" dirty="0"/>
          </a:p>
        </p:txBody>
      </p:sp>
      <p:sp>
        <p:nvSpPr>
          <p:cNvPr id="19" name="Text Placeholder 2"/>
          <p:cNvSpPr>
            <a:spLocks noGrp="1"/>
          </p:cNvSpPr>
          <p:nvPr>
            <p:ph type="body" idx="1"/>
          </p:nvPr>
        </p:nvSpPr>
        <p:spPr>
          <a:xfrm>
            <a:off x="680320" y="4297503"/>
            <a:ext cx="3049705" cy="576262"/>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20" name="Picture Placeholder 2"/>
          <p:cNvSpPr>
            <a:spLocks noGrp="1" noChangeAspect="1"/>
          </p:cNvSpPr>
          <p:nvPr>
            <p:ph type="pic" idx="15"/>
          </p:nvPr>
        </p:nvSpPr>
        <p:spPr>
          <a:xfrm>
            <a:off x="680320"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GB"/>
              <a:t>Click icon to add picture</a:t>
            </a:r>
            <a:endParaRPr lang="en-US" dirty="0"/>
          </a:p>
        </p:txBody>
      </p:sp>
      <p:sp>
        <p:nvSpPr>
          <p:cNvPr id="21" name="Text Placeholder 3"/>
          <p:cNvSpPr>
            <a:spLocks noGrp="1"/>
          </p:cNvSpPr>
          <p:nvPr>
            <p:ph type="body" sz="half" idx="18"/>
          </p:nvPr>
        </p:nvSpPr>
        <p:spPr>
          <a:xfrm>
            <a:off x="680320" y="4873765"/>
            <a:ext cx="3049705" cy="106242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23" name="Picture Placeholder 2"/>
          <p:cNvSpPr>
            <a:spLocks noGrp="1" noChangeAspect="1"/>
          </p:cNvSpPr>
          <p:nvPr>
            <p:ph type="pic" idx="21"/>
          </p:nvPr>
        </p:nvSpPr>
        <p:spPr>
          <a:xfrm>
            <a:off x="3945471"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GB"/>
              <a:t>Click icon to add picture</a:t>
            </a:r>
            <a:endParaRPr lang="en-US" dirty="0"/>
          </a:p>
        </p:txBody>
      </p:sp>
      <p:sp>
        <p:nvSpPr>
          <p:cNvPr id="24" name="Text Placeholder 3"/>
          <p:cNvSpPr>
            <a:spLocks noGrp="1"/>
          </p:cNvSpPr>
          <p:nvPr>
            <p:ph type="body" sz="half" idx="19"/>
          </p:nvPr>
        </p:nvSpPr>
        <p:spPr>
          <a:xfrm>
            <a:off x="3944118" y="4873764"/>
            <a:ext cx="3067297" cy="106242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25" name="Text Placeholder 4"/>
          <p:cNvSpPr>
            <a:spLocks noGrp="1"/>
          </p:cNvSpPr>
          <p:nvPr>
            <p:ph type="body" sz="quarter" idx="13"/>
          </p:nvPr>
        </p:nvSpPr>
        <p:spPr>
          <a:xfrm>
            <a:off x="7230680" y="4297503"/>
            <a:ext cx="3063505" cy="576262"/>
          </a:xfrm>
        </p:spPr>
        <p:txBody>
          <a:bodyPr anchor="b">
            <a:noAutofit/>
          </a:bodyPr>
          <a:lstStyle>
            <a:lvl1pPr marL="0" indent="0">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26" name="Picture Placeholder 2"/>
          <p:cNvSpPr>
            <a:spLocks noGrp="1" noChangeAspect="1"/>
          </p:cNvSpPr>
          <p:nvPr>
            <p:ph type="pic" idx="22"/>
          </p:nvPr>
        </p:nvSpPr>
        <p:spPr>
          <a:xfrm>
            <a:off x="7230678"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GB"/>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3" name="Date Placeholder 2"/>
          <p:cNvSpPr>
            <a:spLocks noGrp="1"/>
          </p:cNvSpPr>
          <p:nvPr>
            <p:ph type="dt" sz="half" idx="10"/>
          </p:nvPr>
        </p:nvSpPr>
        <p:spPr/>
        <p:txBody>
          <a:bodyPr/>
          <a:lstStyle/>
          <a:p>
            <a:fld id="{09B482E8-6E0E-1B4F-B1FD-C69DB9E858D9}" type="datetimeFigureOut">
              <a:rPr lang="en-US" smtClean="0"/>
              <a:pPr/>
              <a:t>2/19/26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a:defRPr/>
            </a:pPr>
            <a:fld id="{DAFFCA5D-7261-3E46-BCC0-8D44B9A657C0}" type="slidenum">
              <a:rPr lang="en-US" smtClean="0"/>
              <a:pPr>
                <a:defRPr/>
              </a:pPr>
              <a:t>‹#›</a:t>
            </a:fld>
            <a:endParaRPr lang="en-US"/>
          </a:p>
        </p:txBody>
      </p:sp>
    </p:spTree>
    <p:extLst>
      <p:ext uri="{BB962C8B-B14F-4D97-AF65-F5344CB8AC3E}">
        <p14:creationId xmlns:p14="http://schemas.microsoft.com/office/powerpoint/2010/main" val="678211860"/>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7" y="1971234"/>
            <a:ext cx="1602997" cy="144270"/>
          </a:xfrm>
          <a:prstGeom prst="rect">
            <a:avLst/>
          </a:prstGeom>
        </p:spPr>
      </p:pic>
      <p:sp>
        <p:nvSpPr>
          <p:cNvPr id="9" name="Rectangle 8"/>
          <p:cNvSpPr/>
          <p:nvPr/>
        </p:nvSpPr>
        <p:spPr bwMode="ltGray">
          <a:xfrm>
            <a:off x="1"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8"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09B482E8-6E0E-1B4F-B1FD-C69DB9E858D9}" type="datetimeFigureOut">
              <a:rPr lang="en-US" smtClean="0"/>
              <a:pPr/>
              <a:t>2/19/26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a:defRPr/>
            </a:pPr>
            <a:fld id="{1B0BBEC0-C82C-5F41-BED6-03FAE84AE003}" type="slidenum">
              <a:rPr lang="en-US" smtClean="0"/>
              <a:pPr>
                <a:defRPr/>
              </a:pPr>
              <a:t>‹#›</a:t>
            </a:fld>
            <a:endParaRPr lang="en-US"/>
          </a:p>
        </p:txBody>
      </p:sp>
    </p:spTree>
    <p:extLst>
      <p:ext uri="{BB962C8B-B14F-4D97-AF65-F5344CB8AC3E}">
        <p14:creationId xmlns:p14="http://schemas.microsoft.com/office/powerpoint/2010/main" val="154961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9"/>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3" y="5372404"/>
            <a:ext cx="1602997" cy="13681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3" cy="435376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680322" y="609599"/>
            <a:ext cx="8870004" cy="532658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6807125" y="5936189"/>
            <a:ext cx="2743200" cy="365125"/>
          </a:xfrm>
        </p:spPr>
        <p:txBody>
          <a:bodyPr/>
          <a:lstStyle/>
          <a:p>
            <a:fld id="{09B482E8-6E0E-1B4F-B1FD-C69DB9E858D9}" type="datetimeFigureOut">
              <a:rPr lang="en-US" smtClean="0"/>
              <a:pPr/>
              <a:t>2/19/26</a:t>
            </a:fld>
            <a:endParaRPr lang="en-US" dirty="0"/>
          </a:p>
        </p:txBody>
      </p:sp>
      <p:sp>
        <p:nvSpPr>
          <p:cNvPr id="5" name="Footer Placeholder 4"/>
          <p:cNvSpPr>
            <a:spLocks noGrp="1"/>
          </p:cNvSpPr>
          <p:nvPr>
            <p:ph type="ftr" sz="quarter" idx="11"/>
          </p:nvPr>
        </p:nvSpPr>
        <p:spPr>
          <a:xfrm>
            <a:off x="680321" y="5936190"/>
            <a:ext cx="6126805" cy="365125"/>
          </a:xfrm>
        </p:spPr>
        <p:txBody>
          <a:bodyPr/>
          <a:lstStyle/>
          <a:p>
            <a:endParaRPr lang="en-US" dirty="0"/>
          </a:p>
        </p:txBody>
      </p:sp>
      <p:sp>
        <p:nvSpPr>
          <p:cNvPr id="6" name="Slide Number Placeholder 5"/>
          <p:cNvSpPr>
            <a:spLocks noGrp="1"/>
          </p:cNvSpPr>
          <p:nvPr>
            <p:ph type="sldNum" sz="quarter" idx="12"/>
          </p:nvPr>
        </p:nvSpPr>
        <p:spPr>
          <a:xfrm>
            <a:off x="10097551" y="5398635"/>
            <a:ext cx="1154151" cy="1090789"/>
          </a:xfrm>
        </p:spPr>
        <p:txBody>
          <a:bodyPr anchor="t"/>
          <a:lstStyle>
            <a:lvl1pPr algn="ctr">
              <a:defRPr/>
            </a:lvl1pPr>
          </a:lstStyle>
          <a:p>
            <a:pPr>
              <a:defRPr/>
            </a:pPr>
            <a:fld id="{8EB7279E-AD12-3E4F-89E5-A6CAD29802A7}" type="slidenum">
              <a:rPr lang="en-US" smtClean="0"/>
              <a:pPr>
                <a:defRPr/>
              </a:pPr>
              <a:t>‹#›</a:t>
            </a:fld>
            <a:endParaRPr lang="en-US"/>
          </a:p>
        </p:txBody>
      </p:sp>
    </p:spTree>
    <p:extLst>
      <p:ext uri="{BB962C8B-B14F-4D97-AF65-F5344CB8AC3E}">
        <p14:creationId xmlns:p14="http://schemas.microsoft.com/office/powerpoint/2010/main" val="73147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550981" y="5936189"/>
            <a:ext cx="2743200" cy="365125"/>
          </a:xfrm>
          <a:prstGeom prst="rect">
            <a:avLst/>
          </a:prstGeom>
        </p:spPr>
        <p:txBody>
          <a:bodyPr vert="horz" lIns="91440" tIns="45720" rIns="91440" bIns="45720" rtlCol="0" anchor="ctr"/>
          <a:lstStyle>
            <a:lvl1pPr algn="r">
              <a:defRPr sz="788">
                <a:solidFill>
                  <a:schemeClr val="tx1">
                    <a:tint val="75000"/>
                  </a:schemeClr>
                </a:solidFill>
              </a:defRPr>
            </a:lvl1pPr>
          </a:lstStyle>
          <a:p>
            <a:fld id="{09B482E8-6E0E-1B4F-B1FD-C69DB9E858D9}" type="datetimeFigureOut">
              <a:rPr lang="en-US" smtClean="0"/>
              <a:pPr/>
              <a:t>2/19/26</a:t>
            </a:fld>
            <a:endParaRPr lang="en-US" dirty="0"/>
          </a:p>
        </p:txBody>
      </p:sp>
      <p:sp>
        <p:nvSpPr>
          <p:cNvPr id="5" name="Footer Placeholder 4"/>
          <p:cNvSpPr>
            <a:spLocks noGrp="1"/>
          </p:cNvSpPr>
          <p:nvPr>
            <p:ph type="ftr" sz="quarter" idx="3"/>
          </p:nvPr>
        </p:nvSpPr>
        <p:spPr>
          <a:xfrm>
            <a:off x="680322" y="5936190"/>
            <a:ext cx="6870660" cy="365125"/>
          </a:xfrm>
          <a:prstGeom prst="rect">
            <a:avLst/>
          </a:prstGeom>
        </p:spPr>
        <p:txBody>
          <a:bodyPr vert="horz" lIns="91440" tIns="45720" rIns="91440" bIns="45720" rtlCol="0" anchor="ctr"/>
          <a:lstStyle>
            <a:lvl1pPr algn="l">
              <a:defRPr sz="788">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729457" y="753228"/>
            <a:ext cx="1154151" cy="1090789"/>
          </a:xfrm>
          <a:prstGeom prst="rect">
            <a:avLst/>
          </a:prstGeom>
        </p:spPr>
        <p:txBody>
          <a:bodyPr vert="horz" lIns="91440" tIns="45720" rIns="91440" bIns="45720" rtlCol="0" anchor="ctr"/>
          <a:lstStyle>
            <a:lvl1pPr algn="l">
              <a:defRPr sz="2700">
                <a:solidFill>
                  <a:schemeClr val="tx1">
                    <a:tint val="75000"/>
                  </a:schemeClr>
                </a:solidFill>
              </a:defRPr>
            </a:lvl1pPr>
          </a:lstStyle>
          <a:p>
            <a:pPr>
              <a:defRPr/>
            </a:pPr>
            <a:fld id="{DAFFCA5D-7261-3E46-BCC0-8D44B9A657C0}" type="slidenum">
              <a:rPr lang="en-US" smtClean="0"/>
              <a:pPr>
                <a:defRPr/>
              </a:pPr>
              <a:t>‹#›</a:t>
            </a:fld>
            <a:endParaRPr lang="en-US"/>
          </a:p>
        </p:txBody>
      </p:sp>
    </p:spTree>
    <p:extLst>
      <p:ext uri="{BB962C8B-B14F-4D97-AF65-F5344CB8AC3E}">
        <p14:creationId xmlns:p14="http://schemas.microsoft.com/office/powerpoint/2010/main" val="3131086837"/>
      </p:ext>
    </p:extLst>
  </p:cSld>
  <p:clrMap bg1="dk1" tx1="lt1" bg2="dk2" tx2="lt2" accent1="accent1" accent2="accent2" accent3="accent3" accent4="accent4" accent5="accent5" accent6="accent6" hlink="hlink" folHlink="folHlink"/>
  <p:sldLayoutIdLst>
    <p:sldLayoutId id="2147483790" r:id="rId1"/>
    <p:sldLayoutId id="2147483791" r:id="rId2"/>
    <p:sldLayoutId id="2147483792" r:id="rId3"/>
    <p:sldLayoutId id="2147483793" r:id="rId4"/>
    <p:sldLayoutId id="2147483794" r:id="rId5"/>
    <p:sldLayoutId id="2147483795" r:id="rId6"/>
    <p:sldLayoutId id="2147483796" r:id="rId7"/>
    <p:sldLayoutId id="2147483797" r:id="rId8"/>
    <p:sldLayoutId id="2147483798" r:id="rId9"/>
    <p:sldLayoutId id="2147483799" r:id="rId10"/>
    <p:sldLayoutId id="2147483800" r:id="rId11"/>
    <p:sldLayoutId id="2147483801" r:id="rId12"/>
    <p:sldLayoutId id="2147483802" r:id="rId13"/>
    <p:sldLayoutId id="2147483803" r:id="rId14"/>
    <p:sldLayoutId id="2147483804" r:id="rId15"/>
    <p:sldLayoutId id="2147483805" r:id="rId16"/>
    <p:sldLayoutId id="2147483806" r:id="rId17"/>
  </p:sldLayoutIdLst>
  <p:hf hdr="0" ftr="0" dt="0"/>
  <p:txStyles>
    <p:titleStyle>
      <a:lvl1pPr algn="l" defTabSz="685800" rtl="0" eaLnBrk="1" latinLnBrk="0" hangingPunct="1">
        <a:lnSpc>
          <a:spcPct val="90000"/>
        </a:lnSpc>
        <a:spcBef>
          <a:spcPct val="0"/>
        </a:spcBef>
        <a:buNone/>
        <a:defRPr sz="27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18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docs.haskellstack.org/en/stable/install_and_upgrade/#__tabbed_3_1" TargetMode="Externa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lide Number Placeholder 1"/>
          <p:cNvSpPr>
            <a:spLocks noGrp="1"/>
          </p:cNvSpPr>
          <p:nvPr>
            <p:ph type="sldNum" sz="quarter" idx="12"/>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184A282C-62D1-674F-A99D-F0AF13D7C534}" type="slidenum">
              <a:rPr lang="en-US" sz="1400"/>
              <a:pPr/>
              <a:t>0</a:t>
            </a:fld>
            <a:endParaRPr lang="en-US" sz="1400"/>
          </a:p>
        </p:txBody>
      </p:sp>
      <p:sp>
        <p:nvSpPr>
          <p:cNvPr id="361474" name="Text Box 2"/>
          <p:cNvSpPr txBox="1">
            <a:spLocks noChangeArrowheads="1"/>
          </p:cNvSpPr>
          <p:nvPr/>
        </p:nvSpPr>
        <p:spPr bwMode="auto">
          <a:xfrm>
            <a:off x="1639889" y="1001713"/>
            <a:ext cx="8910637" cy="641350"/>
          </a:xfrm>
          <a:prstGeom prst="rect">
            <a:avLst/>
          </a:prstGeom>
          <a:noFill/>
          <a:ln>
            <a:noFill/>
          </a:ln>
          <a:effectLst/>
        </p:spPr>
        <p:txBody>
          <a:bodyPr>
            <a:spAutoFit/>
          </a:bodyPr>
          <a:lstStyle/>
          <a:p>
            <a:pPr algn="ctr">
              <a:defRPr/>
            </a:pPr>
            <a:r>
              <a:rPr lang="en-US" sz="3600" b="1">
                <a:solidFill>
                  <a:schemeClr val="tx2"/>
                </a:solidFill>
                <a:latin typeface="Arial Black" charset="0"/>
                <a:cs typeface="+mn-cs"/>
              </a:rPr>
              <a:t>PROGRAMMING IN HASKELL</a:t>
            </a:r>
          </a:p>
        </p:txBody>
      </p:sp>
      <p:sp>
        <p:nvSpPr>
          <p:cNvPr id="361475" name="Rectangle 3"/>
          <p:cNvSpPr>
            <a:spLocks noChangeArrowheads="1"/>
          </p:cNvSpPr>
          <p:nvPr/>
        </p:nvSpPr>
        <p:spPr bwMode="auto">
          <a:xfrm>
            <a:off x="1700214" y="5164138"/>
            <a:ext cx="8967787" cy="609600"/>
          </a:xfrm>
          <a:prstGeom prst="rect">
            <a:avLst/>
          </a:prstGeom>
          <a:noFill/>
          <a:ln>
            <a:noFill/>
          </a:ln>
          <a:effectLst/>
        </p:spPr>
        <p:txBody>
          <a:bodyPr anchor="ctr"/>
          <a:lstStyle/>
          <a:p>
            <a:pPr algn="ctr">
              <a:defRPr/>
            </a:pPr>
            <a:r>
              <a:rPr kumimoji="1" lang="en-US" sz="3200" dirty="0">
                <a:cs typeface="+mn-cs"/>
              </a:rPr>
              <a:t>Topic 6.2 – The Stack Tool</a:t>
            </a:r>
          </a:p>
        </p:txBody>
      </p:sp>
      <p:pic>
        <p:nvPicPr>
          <p:cNvPr id="15364" name="Picture 5" descr="2000px-Haskell-Logo.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675189" y="2425700"/>
            <a:ext cx="2841625" cy="2006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571171" y="759677"/>
            <a:ext cx="7870634" cy="831352"/>
          </a:xfrm>
        </p:spPr>
        <p:txBody>
          <a:bodyPr/>
          <a:lstStyle/>
          <a:p>
            <a:r>
              <a:rPr lang="en-US" dirty="0">
                <a:latin typeface="Arial Black" charset="0"/>
                <a:ea typeface="ＭＳ Ｐゴシック" charset="0"/>
              </a:rPr>
              <a:t>What is Stack?</a:t>
            </a:r>
          </a:p>
        </p:txBody>
      </p:sp>
      <p:sp>
        <p:nvSpPr>
          <p:cNvPr id="16385" name="Slide Number Placeholder 2"/>
          <p:cNvSpPr>
            <a:spLocks noGrp="1"/>
          </p:cNvSpPr>
          <p:nvPr>
            <p:ph type="sldNum" sz="quarter" idx="12"/>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CC73A6B6-49ED-C641-8D95-0A84FA800C15}" type="slidenum">
              <a:rPr lang="en-US" sz="1400"/>
              <a:pPr/>
              <a:t>1</a:t>
            </a:fld>
            <a:endParaRPr lang="en-US" sz="1400"/>
          </a:p>
        </p:txBody>
      </p:sp>
      <p:sp>
        <p:nvSpPr>
          <p:cNvPr id="4" name="TextBox 3">
            <a:extLst>
              <a:ext uri="{FF2B5EF4-FFF2-40B4-BE49-F238E27FC236}">
                <a16:creationId xmlns:a16="http://schemas.microsoft.com/office/drawing/2014/main" id="{62F5CC6E-F93F-3541-8853-B3641444B415}"/>
              </a:ext>
            </a:extLst>
          </p:cNvPr>
          <p:cNvSpPr txBox="1"/>
          <p:nvPr/>
        </p:nvSpPr>
        <p:spPr>
          <a:xfrm>
            <a:off x="408176" y="2481771"/>
            <a:ext cx="10196624" cy="3539430"/>
          </a:xfrm>
          <a:prstGeom prst="rect">
            <a:avLst/>
          </a:prstGeom>
          <a:noFill/>
        </p:spPr>
        <p:txBody>
          <a:bodyPr wrap="square" rtlCol="0">
            <a:spAutoFit/>
          </a:bodyPr>
          <a:lstStyle/>
          <a:p>
            <a:pPr marL="457200" indent="-457200">
              <a:buClr>
                <a:schemeClr val="tx1"/>
              </a:buClr>
              <a:buFont typeface="Wingdings" pitchFamily="2" charset="2"/>
              <a:buChar char="q"/>
            </a:pPr>
            <a:r>
              <a:rPr lang="en-IE" sz="2800" dirty="0"/>
              <a:t>Its main feature is that it 'sandboxes' the full installation of </a:t>
            </a:r>
            <a:r>
              <a:rPr lang="en-IE" sz="2800" dirty="0" err="1"/>
              <a:t>ghc</a:t>
            </a:r>
            <a:r>
              <a:rPr lang="en-IE" sz="2800" dirty="0"/>
              <a:t>, dependencies and code in the one isolated location. </a:t>
            </a:r>
          </a:p>
          <a:p>
            <a:pPr>
              <a:buClr>
                <a:schemeClr val="tx1"/>
              </a:buClr>
            </a:pPr>
            <a:endParaRPr lang="en-IE" sz="2800" dirty="0"/>
          </a:p>
          <a:p>
            <a:pPr marL="457200" indent="-457200">
              <a:buClr>
                <a:schemeClr val="tx1"/>
              </a:buClr>
              <a:buFont typeface="Wingdings" pitchFamily="2" charset="2"/>
              <a:buChar char="q"/>
            </a:pPr>
            <a:r>
              <a:rPr lang="en-IE" sz="2800" dirty="0"/>
              <a:t>This means that you can safely run different versions of dependencies in different sandboxes. </a:t>
            </a:r>
          </a:p>
          <a:p>
            <a:pPr marL="457200" indent="-457200">
              <a:buClr>
                <a:schemeClr val="tx1"/>
              </a:buClr>
              <a:buFont typeface="Wingdings" pitchFamily="2" charset="2"/>
              <a:buChar char="q"/>
            </a:pPr>
            <a:endParaRPr lang="en-IE" sz="2800" dirty="0"/>
          </a:p>
          <a:p>
            <a:pPr marL="457200" indent="-457200">
              <a:buClr>
                <a:schemeClr val="tx1"/>
              </a:buClr>
              <a:buFont typeface="Wingdings" pitchFamily="2" charset="2"/>
              <a:buChar char="q"/>
            </a:pPr>
            <a:r>
              <a:rPr lang="en-IE" sz="2800" dirty="0"/>
              <a:t>You can export the project as a fully standalone artefact that does not depend on any local versions of software.</a:t>
            </a:r>
          </a:p>
        </p:txBody>
      </p:sp>
      <p:sp>
        <p:nvSpPr>
          <p:cNvPr id="5" name="TextBox 4">
            <a:extLst>
              <a:ext uri="{FF2B5EF4-FFF2-40B4-BE49-F238E27FC236}">
                <a16:creationId xmlns:a16="http://schemas.microsoft.com/office/drawing/2014/main" id="{0B34F92E-FEE6-D640-8946-667C87F4B342}"/>
              </a:ext>
            </a:extLst>
          </p:cNvPr>
          <p:cNvSpPr txBox="1"/>
          <p:nvPr/>
        </p:nvSpPr>
        <p:spPr>
          <a:xfrm>
            <a:off x="5140504" y="2866491"/>
            <a:ext cx="184731" cy="1384995"/>
          </a:xfrm>
          <a:prstGeom prst="rect">
            <a:avLst/>
          </a:prstGeom>
          <a:noFill/>
        </p:spPr>
        <p:txBody>
          <a:bodyPr wrap="none" rtlCol="0">
            <a:spAutoFit/>
          </a:bodyPr>
          <a:lstStyle/>
          <a:p>
            <a:endParaRPr lang="en-US" dirty="0"/>
          </a:p>
          <a:p>
            <a:endParaRPr lang="en-US" dirty="0"/>
          </a:p>
          <a:p>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 calcmode="lin" valueType="num">
                                      <p:cBhvr additive="base">
                                        <p:cTn id="1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 calcmode="lin" valueType="num">
                                      <p:cBhvr additive="base">
                                        <p:cTn id="1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816429" y="1164771"/>
            <a:ext cx="7870634" cy="831352"/>
          </a:xfrm>
        </p:spPr>
        <p:txBody>
          <a:bodyPr/>
          <a:lstStyle/>
          <a:p>
            <a:r>
              <a:rPr lang="en-US" dirty="0">
                <a:latin typeface="Arial Black" charset="0"/>
                <a:ea typeface="ＭＳ Ｐゴシック" charset="0"/>
              </a:rPr>
              <a:t>What is Stack? - installation</a:t>
            </a:r>
          </a:p>
        </p:txBody>
      </p:sp>
      <p:sp>
        <p:nvSpPr>
          <p:cNvPr id="16385" name="Slide Number Placeholder 2"/>
          <p:cNvSpPr>
            <a:spLocks noGrp="1"/>
          </p:cNvSpPr>
          <p:nvPr>
            <p:ph type="sldNum" sz="quarter" idx="12"/>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CC73A6B6-49ED-C641-8D95-0A84FA800C15}" type="slidenum">
              <a:rPr lang="en-US" sz="1400"/>
              <a:pPr/>
              <a:t>2</a:t>
            </a:fld>
            <a:endParaRPr lang="en-US" sz="1400"/>
          </a:p>
        </p:txBody>
      </p:sp>
      <p:sp>
        <p:nvSpPr>
          <p:cNvPr id="4" name="TextBox 3">
            <a:extLst>
              <a:ext uri="{FF2B5EF4-FFF2-40B4-BE49-F238E27FC236}">
                <a16:creationId xmlns:a16="http://schemas.microsoft.com/office/drawing/2014/main" id="{62F5CC6E-F93F-3541-8853-B3641444B415}"/>
              </a:ext>
            </a:extLst>
          </p:cNvPr>
          <p:cNvSpPr txBox="1"/>
          <p:nvPr/>
        </p:nvSpPr>
        <p:spPr>
          <a:xfrm>
            <a:off x="177604" y="2586087"/>
            <a:ext cx="3534311" cy="2585323"/>
          </a:xfrm>
          <a:prstGeom prst="rect">
            <a:avLst/>
          </a:prstGeom>
          <a:noFill/>
        </p:spPr>
        <p:txBody>
          <a:bodyPr wrap="square" rtlCol="0">
            <a:spAutoFit/>
          </a:bodyPr>
          <a:lstStyle/>
          <a:p>
            <a:pPr marL="457200" indent="-457200">
              <a:buFont typeface="Arial" panose="020B0604020202020204" pitchFamily="34" charset="0"/>
              <a:buChar char="•"/>
            </a:pPr>
            <a:r>
              <a:rPr lang="en-IE" dirty="0"/>
              <a:t>You will need to install stack on your machine. </a:t>
            </a:r>
          </a:p>
          <a:p>
            <a:pPr marL="457200" indent="-457200">
              <a:buFont typeface="Arial" panose="020B0604020202020204" pitchFamily="34" charset="0"/>
              <a:buChar char="•"/>
            </a:pPr>
            <a:endParaRPr lang="en-IE" dirty="0"/>
          </a:p>
          <a:p>
            <a:pPr marL="457200" indent="-457200">
              <a:buFont typeface="Arial" panose="020B0604020202020204" pitchFamily="34" charset="0"/>
              <a:buChar char="•"/>
            </a:pPr>
            <a:r>
              <a:rPr lang="en-IE" dirty="0"/>
              <a:t>Clear instructions are available from here and more details are in this topics’ labs. </a:t>
            </a:r>
          </a:p>
          <a:p>
            <a:endParaRPr lang="en-IE" dirty="0"/>
          </a:p>
          <a:p>
            <a:r>
              <a:rPr lang="en-IE" dirty="0"/>
              <a:t>The link is here: </a:t>
            </a:r>
            <a:r>
              <a:rPr lang="en-IE" dirty="0">
                <a:hlinkClick r:id="rId2"/>
              </a:rPr>
              <a:t>here</a:t>
            </a:r>
            <a:endParaRPr lang="en-IE" dirty="0"/>
          </a:p>
        </p:txBody>
      </p:sp>
      <p:sp>
        <p:nvSpPr>
          <p:cNvPr id="5" name="TextBox 4">
            <a:extLst>
              <a:ext uri="{FF2B5EF4-FFF2-40B4-BE49-F238E27FC236}">
                <a16:creationId xmlns:a16="http://schemas.microsoft.com/office/drawing/2014/main" id="{0B34F92E-FEE6-D640-8946-667C87F4B342}"/>
              </a:ext>
            </a:extLst>
          </p:cNvPr>
          <p:cNvSpPr txBox="1"/>
          <p:nvPr/>
        </p:nvSpPr>
        <p:spPr>
          <a:xfrm>
            <a:off x="5140504" y="2866491"/>
            <a:ext cx="184731" cy="1384995"/>
          </a:xfrm>
          <a:prstGeom prst="rect">
            <a:avLst/>
          </a:prstGeom>
          <a:noFill/>
        </p:spPr>
        <p:txBody>
          <a:bodyPr wrap="none" rtlCol="0">
            <a:spAutoFit/>
          </a:bodyPr>
          <a:lstStyle/>
          <a:p>
            <a:endParaRPr lang="en-US" dirty="0"/>
          </a:p>
          <a:p>
            <a:endParaRPr lang="en-US" dirty="0"/>
          </a:p>
          <a:p>
            <a:endParaRPr lang="en-US" dirty="0"/>
          </a:p>
        </p:txBody>
      </p:sp>
      <p:pic>
        <p:nvPicPr>
          <p:cNvPr id="3" name="Picture 2" descr="A screenshot of a computer&#10;&#10;AI-generated content may be incorrect.">
            <a:extLst>
              <a:ext uri="{FF2B5EF4-FFF2-40B4-BE49-F238E27FC236}">
                <a16:creationId xmlns:a16="http://schemas.microsoft.com/office/drawing/2014/main" id="{4A320355-BDAB-A6FE-3DEF-507A16EB5109}"/>
              </a:ext>
            </a:extLst>
          </p:cNvPr>
          <p:cNvPicPr>
            <a:picLocks noChangeAspect="1"/>
          </p:cNvPicPr>
          <p:nvPr/>
        </p:nvPicPr>
        <p:blipFill>
          <a:blip r:embed="rId3"/>
          <a:stretch>
            <a:fillRect/>
          </a:stretch>
        </p:blipFill>
        <p:spPr>
          <a:xfrm>
            <a:off x="5632906" y="2171641"/>
            <a:ext cx="5407283" cy="3156853"/>
          </a:xfrm>
          <a:prstGeom prst="rect">
            <a:avLst/>
          </a:prstGeom>
        </p:spPr>
      </p:pic>
      <p:cxnSp>
        <p:nvCxnSpPr>
          <p:cNvPr id="8" name="Straight Arrow Connector 7">
            <a:extLst>
              <a:ext uri="{FF2B5EF4-FFF2-40B4-BE49-F238E27FC236}">
                <a16:creationId xmlns:a16="http://schemas.microsoft.com/office/drawing/2014/main" id="{A64D2DD1-08C8-BF48-B3A4-A7EA6CDF3998}"/>
              </a:ext>
            </a:extLst>
          </p:cNvPr>
          <p:cNvCxnSpPr/>
          <p:nvPr/>
        </p:nvCxnSpPr>
        <p:spPr bwMode="auto">
          <a:xfrm flipV="1">
            <a:off x="3034301" y="3472666"/>
            <a:ext cx="4140486" cy="554805"/>
          </a:xfrm>
          <a:prstGeom prst="straightConnector1">
            <a:avLst/>
          </a:prstGeom>
          <a:noFill/>
          <a:ln w="41275" cap="sq" cmpd="sng" algn="ctr">
            <a:solidFill>
              <a:srgbClr val="FFC000"/>
            </a:solidFill>
            <a:prstDash val="solid"/>
            <a:round/>
            <a:headEnd type="none" w="med" len="med"/>
            <a:tailEnd type="triangle"/>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cxnSp>
    </p:spTree>
    <p:extLst>
      <p:ext uri="{BB962C8B-B14F-4D97-AF65-F5344CB8AC3E}">
        <p14:creationId xmlns:p14="http://schemas.microsoft.com/office/powerpoint/2010/main" val="3485533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 calcmode="lin" valueType="num">
                                      <p:cBhvr additive="base">
                                        <p:cTn id="1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 calcmode="lin" valueType="num">
                                      <p:cBhvr additive="base">
                                        <p:cTn id="1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905000" y="381000"/>
            <a:ext cx="7870634" cy="831352"/>
          </a:xfrm>
        </p:spPr>
        <p:txBody>
          <a:bodyPr/>
          <a:lstStyle/>
          <a:p>
            <a:r>
              <a:rPr lang="en-US" dirty="0">
                <a:latin typeface="Arial Black" charset="0"/>
                <a:ea typeface="ＭＳ Ｐゴシック" charset="0"/>
              </a:rPr>
              <a:t>What is Stack? - structure</a:t>
            </a:r>
          </a:p>
        </p:txBody>
      </p:sp>
      <p:sp>
        <p:nvSpPr>
          <p:cNvPr id="16385" name="Slide Number Placeholder 2"/>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CC73A6B6-49ED-C641-8D95-0A84FA800C15}" type="slidenum">
              <a:rPr lang="en-US" sz="1400"/>
              <a:pPr/>
              <a:t>3</a:t>
            </a:fld>
            <a:endParaRPr lang="en-US" sz="1400"/>
          </a:p>
        </p:txBody>
      </p:sp>
      <p:sp>
        <p:nvSpPr>
          <p:cNvPr id="4" name="TextBox 3">
            <a:extLst>
              <a:ext uri="{FF2B5EF4-FFF2-40B4-BE49-F238E27FC236}">
                <a16:creationId xmlns:a16="http://schemas.microsoft.com/office/drawing/2014/main" id="{62F5CC6E-F93F-3541-8853-B3641444B415}"/>
              </a:ext>
            </a:extLst>
          </p:cNvPr>
          <p:cNvSpPr txBox="1"/>
          <p:nvPr/>
        </p:nvSpPr>
        <p:spPr>
          <a:xfrm>
            <a:off x="1058135" y="2958823"/>
            <a:ext cx="3647327" cy="1200329"/>
          </a:xfrm>
          <a:prstGeom prst="rect">
            <a:avLst/>
          </a:prstGeom>
          <a:noFill/>
        </p:spPr>
        <p:txBody>
          <a:bodyPr wrap="square" rtlCol="0">
            <a:spAutoFit/>
          </a:bodyPr>
          <a:lstStyle/>
          <a:p>
            <a:r>
              <a:rPr lang="en-IE" dirty="0"/>
              <a:t>We will use the standard project structure in our projects as provided in the default installation, i.e.</a:t>
            </a:r>
          </a:p>
        </p:txBody>
      </p:sp>
      <p:sp>
        <p:nvSpPr>
          <p:cNvPr id="5" name="TextBox 4">
            <a:extLst>
              <a:ext uri="{FF2B5EF4-FFF2-40B4-BE49-F238E27FC236}">
                <a16:creationId xmlns:a16="http://schemas.microsoft.com/office/drawing/2014/main" id="{0B34F92E-FEE6-D640-8946-667C87F4B342}"/>
              </a:ext>
            </a:extLst>
          </p:cNvPr>
          <p:cNvSpPr txBox="1"/>
          <p:nvPr/>
        </p:nvSpPr>
        <p:spPr>
          <a:xfrm>
            <a:off x="5140504" y="2866491"/>
            <a:ext cx="184731" cy="1384995"/>
          </a:xfrm>
          <a:prstGeom prst="rect">
            <a:avLst/>
          </a:prstGeom>
          <a:noFill/>
        </p:spPr>
        <p:txBody>
          <a:bodyPr wrap="none" rtlCol="0">
            <a:spAutoFit/>
          </a:bodyPr>
          <a:lstStyle/>
          <a:p>
            <a:endParaRPr lang="en-US" dirty="0"/>
          </a:p>
          <a:p>
            <a:endParaRPr lang="en-US" dirty="0"/>
          </a:p>
          <a:p>
            <a:endParaRPr lang="en-US" dirty="0"/>
          </a:p>
        </p:txBody>
      </p:sp>
      <p:sp>
        <p:nvSpPr>
          <p:cNvPr id="6" name="Rounded Rectangular Callout 5">
            <a:extLst>
              <a:ext uri="{FF2B5EF4-FFF2-40B4-BE49-F238E27FC236}">
                <a16:creationId xmlns:a16="http://schemas.microsoft.com/office/drawing/2014/main" id="{F885CA8A-38B7-1941-ACA1-CC51C6FBEABC}"/>
              </a:ext>
            </a:extLst>
          </p:cNvPr>
          <p:cNvSpPr/>
          <p:nvPr/>
        </p:nvSpPr>
        <p:spPr bwMode="auto">
          <a:xfrm>
            <a:off x="1811678" y="5803134"/>
            <a:ext cx="4376791" cy="578882"/>
          </a:xfrm>
          <a:prstGeom prst="wedgeRoundRectCallout">
            <a:avLst>
              <a:gd name="adj1" fmla="val 55224"/>
              <a:gd name="adj2" fmla="val -606610"/>
              <a:gd name="adj3" fmla="val 16667"/>
            </a:avLst>
          </a:prstGeom>
          <a:solidFill>
            <a:srgbClr val="FFC000"/>
          </a:solid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r>
              <a:rPr lang="en-US" dirty="0"/>
              <a:t>‘stack new MyFirstProject’</a:t>
            </a:r>
          </a:p>
        </p:txBody>
      </p:sp>
      <p:sp>
        <p:nvSpPr>
          <p:cNvPr id="9" name="TextBox 8">
            <a:extLst>
              <a:ext uri="{FF2B5EF4-FFF2-40B4-BE49-F238E27FC236}">
                <a16:creationId xmlns:a16="http://schemas.microsoft.com/office/drawing/2014/main" id="{30C5C97D-0872-BA4C-8847-0FCE31A19540}"/>
              </a:ext>
            </a:extLst>
          </p:cNvPr>
          <p:cNvSpPr txBox="1"/>
          <p:nvPr/>
        </p:nvSpPr>
        <p:spPr>
          <a:xfrm>
            <a:off x="2643884" y="5558319"/>
            <a:ext cx="184731" cy="523220"/>
          </a:xfrm>
          <a:prstGeom prst="rect">
            <a:avLst/>
          </a:prstGeom>
          <a:noFill/>
        </p:spPr>
        <p:txBody>
          <a:bodyPr wrap="none" rtlCol="0">
            <a:spAutoFit/>
          </a:bodyPr>
          <a:lstStyle/>
          <a:p>
            <a:endParaRPr lang="en-US" dirty="0"/>
          </a:p>
        </p:txBody>
      </p:sp>
      <p:pic>
        <p:nvPicPr>
          <p:cNvPr id="11" name="Picture 10" descr="Table&#10;&#10;Description automatically generated with low confidence">
            <a:extLst>
              <a:ext uri="{FF2B5EF4-FFF2-40B4-BE49-F238E27FC236}">
                <a16:creationId xmlns:a16="http://schemas.microsoft.com/office/drawing/2014/main" id="{EC1362DA-3CDB-5D43-9D30-EF05C42D95D8}"/>
              </a:ext>
            </a:extLst>
          </p:cNvPr>
          <p:cNvPicPr>
            <a:picLocks noChangeAspect="1"/>
          </p:cNvPicPr>
          <p:nvPr/>
        </p:nvPicPr>
        <p:blipFill>
          <a:blip r:embed="rId2"/>
          <a:stretch>
            <a:fillRect/>
          </a:stretch>
        </p:blipFill>
        <p:spPr>
          <a:xfrm>
            <a:off x="6582310" y="1227690"/>
            <a:ext cx="3962400" cy="5245100"/>
          </a:xfrm>
          <a:prstGeom prst="rect">
            <a:avLst/>
          </a:prstGeom>
        </p:spPr>
      </p:pic>
    </p:spTree>
    <p:extLst>
      <p:ext uri="{BB962C8B-B14F-4D97-AF65-F5344CB8AC3E}">
        <p14:creationId xmlns:p14="http://schemas.microsoft.com/office/powerpoint/2010/main" val="841822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715032" y="895781"/>
            <a:ext cx="7870634" cy="831352"/>
          </a:xfrm>
        </p:spPr>
        <p:txBody>
          <a:bodyPr/>
          <a:lstStyle/>
          <a:p>
            <a:r>
              <a:rPr lang="en-US" dirty="0">
                <a:latin typeface="Arial Black" charset="0"/>
                <a:ea typeface="ＭＳ Ｐゴシック" charset="0"/>
              </a:rPr>
              <a:t>Using Stack   1/3</a:t>
            </a:r>
          </a:p>
        </p:txBody>
      </p:sp>
      <p:sp>
        <p:nvSpPr>
          <p:cNvPr id="16385" name="Slide Number Placeholder 2"/>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CC73A6B6-49ED-C641-8D95-0A84FA800C15}" type="slidenum">
              <a:rPr lang="en-US" sz="1400"/>
              <a:pPr/>
              <a:t>4</a:t>
            </a:fld>
            <a:endParaRPr lang="en-US" sz="1400"/>
          </a:p>
        </p:txBody>
      </p:sp>
      <p:sp>
        <p:nvSpPr>
          <p:cNvPr id="5" name="TextBox 4">
            <a:extLst>
              <a:ext uri="{FF2B5EF4-FFF2-40B4-BE49-F238E27FC236}">
                <a16:creationId xmlns:a16="http://schemas.microsoft.com/office/drawing/2014/main" id="{0B34F92E-FEE6-D640-8946-667C87F4B342}"/>
              </a:ext>
            </a:extLst>
          </p:cNvPr>
          <p:cNvSpPr txBox="1"/>
          <p:nvPr/>
        </p:nvSpPr>
        <p:spPr>
          <a:xfrm>
            <a:off x="5140504" y="2866491"/>
            <a:ext cx="184731" cy="1384995"/>
          </a:xfrm>
          <a:prstGeom prst="rect">
            <a:avLst/>
          </a:prstGeom>
          <a:noFill/>
        </p:spPr>
        <p:txBody>
          <a:bodyPr wrap="none" rtlCol="0">
            <a:spAutoFit/>
          </a:bodyPr>
          <a:lstStyle/>
          <a:p>
            <a:endParaRPr lang="en-US" dirty="0"/>
          </a:p>
          <a:p>
            <a:endParaRPr lang="en-US" dirty="0"/>
          </a:p>
          <a:p>
            <a:endParaRPr lang="en-US" dirty="0"/>
          </a:p>
        </p:txBody>
      </p:sp>
      <p:sp>
        <p:nvSpPr>
          <p:cNvPr id="9" name="Text Box 4">
            <a:extLst>
              <a:ext uri="{FF2B5EF4-FFF2-40B4-BE49-F238E27FC236}">
                <a16:creationId xmlns:a16="http://schemas.microsoft.com/office/drawing/2014/main" id="{68A86FAD-82B1-3F49-AE35-ABAAEFB8272F}"/>
              </a:ext>
            </a:extLst>
          </p:cNvPr>
          <p:cNvSpPr txBox="1">
            <a:spLocks noChangeArrowheads="1"/>
          </p:cNvSpPr>
          <p:nvPr/>
        </p:nvSpPr>
        <p:spPr bwMode="auto">
          <a:xfrm>
            <a:off x="1961679" y="2288695"/>
            <a:ext cx="3815596" cy="461665"/>
          </a:xfrm>
          <a:prstGeom prst="rect">
            <a:avLst/>
          </a:prstGeom>
          <a:solidFill>
            <a:schemeClr val="accent1"/>
          </a:solidFill>
          <a:ln>
            <a:noFill/>
          </a:ln>
          <a:extLst>
            <a:ext uri="{91240B29-F687-4f45-9708-019B960494DF}">
              <a14:hiddenLine xmlns="" xmlns:a14="http://schemas.microsoft.com/office/drawing/2010/main" w="12700" cap="sq">
                <a:solidFill>
                  <a:srgbClr val="000000"/>
                </a:solidFill>
                <a:miter lim="800000"/>
                <a:headEnd/>
                <a:tailEnd/>
              </a14:hiddenLine>
            </a:ext>
          </a:extLst>
        </p:spPr>
        <p:txBody>
          <a:bodyPr wrap="none" anchor="ctr">
            <a:spAutoFit/>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r>
              <a:rPr lang="en-IE" sz="2400" dirty="0"/>
              <a:t>$ stack new MyFirstProject</a:t>
            </a:r>
          </a:p>
        </p:txBody>
      </p:sp>
      <p:pic>
        <p:nvPicPr>
          <p:cNvPr id="11" name="Picture 10" descr="Table&#10;&#10;Description automatically generated with low confidence">
            <a:extLst>
              <a:ext uri="{FF2B5EF4-FFF2-40B4-BE49-F238E27FC236}">
                <a16:creationId xmlns:a16="http://schemas.microsoft.com/office/drawing/2014/main" id="{5F156F50-6ED2-D24F-8774-8E535F03CC3C}"/>
              </a:ext>
            </a:extLst>
          </p:cNvPr>
          <p:cNvPicPr>
            <a:picLocks noChangeAspect="1"/>
          </p:cNvPicPr>
          <p:nvPr/>
        </p:nvPicPr>
        <p:blipFill>
          <a:blip r:embed="rId2"/>
          <a:stretch>
            <a:fillRect/>
          </a:stretch>
        </p:blipFill>
        <p:spPr>
          <a:xfrm>
            <a:off x="7704145" y="831352"/>
            <a:ext cx="2530059" cy="3349084"/>
          </a:xfrm>
          <a:prstGeom prst="rect">
            <a:avLst/>
          </a:prstGeom>
        </p:spPr>
      </p:pic>
      <p:cxnSp>
        <p:nvCxnSpPr>
          <p:cNvPr id="3" name="Straight Arrow Connector 2">
            <a:extLst>
              <a:ext uri="{FF2B5EF4-FFF2-40B4-BE49-F238E27FC236}">
                <a16:creationId xmlns:a16="http://schemas.microsoft.com/office/drawing/2014/main" id="{0D2D3A24-81EA-3146-B12D-4F22727C3D5C}"/>
              </a:ext>
            </a:extLst>
          </p:cNvPr>
          <p:cNvCxnSpPr>
            <a:cxnSpLocks/>
          </p:cNvCxnSpPr>
          <p:nvPr/>
        </p:nvCxnSpPr>
        <p:spPr bwMode="auto">
          <a:xfrm flipV="1">
            <a:off x="5849194" y="1869041"/>
            <a:ext cx="1806196" cy="650486"/>
          </a:xfrm>
          <a:prstGeom prst="straightConnector1">
            <a:avLst/>
          </a:prstGeom>
          <a:noFill/>
          <a:ln w="44450" cap="sq" cmpd="sng" algn="ctr">
            <a:solidFill>
              <a:srgbClr val="FFC000"/>
            </a:solidFill>
            <a:prstDash val="solid"/>
            <a:round/>
            <a:headEnd type="none" w="med" len="med"/>
            <a:tailEnd type="triangle"/>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cxnSp>
      <p:pic>
        <p:nvPicPr>
          <p:cNvPr id="14" name="Picture 13">
            <a:extLst>
              <a:ext uri="{FF2B5EF4-FFF2-40B4-BE49-F238E27FC236}">
                <a16:creationId xmlns:a16="http://schemas.microsoft.com/office/drawing/2014/main" id="{0226B50A-2BA7-9640-9A69-1E0AC10923AC}"/>
              </a:ext>
            </a:extLst>
          </p:cNvPr>
          <p:cNvPicPr>
            <a:picLocks noChangeAspect="1"/>
          </p:cNvPicPr>
          <p:nvPr/>
        </p:nvPicPr>
        <p:blipFill>
          <a:blip r:embed="rId3"/>
          <a:stretch>
            <a:fillRect/>
          </a:stretch>
        </p:blipFill>
        <p:spPr>
          <a:xfrm>
            <a:off x="6277225" y="4649485"/>
            <a:ext cx="4318000" cy="2057400"/>
          </a:xfrm>
          <a:prstGeom prst="rect">
            <a:avLst/>
          </a:prstGeom>
        </p:spPr>
      </p:pic>
      <p:sp>
        <p:nvSpPr>
          <p:cNvPr id="15" name="TextBox 14">
            <a:extLst>
              <a:ext uri="{FF2B5EF4-FFF2-40B4-BE49-F238E27FC236}">
                <a16:creationId xmlns:a16="http://schemas.microsoft.com/office/drawing/2014/main" id="{F7C70D73-1203-0B4B-AF15-AA169D94691E}"/>
              </a:ext>
            </a:extLst>
          </p:cNvPr>
          <p:cNvSpPr txBox="1"/>
          <p:nvPr/>
        </p:nvSpPr>
        <p:spPr>
          <a:xfrm>
            <a:off x="2664205" y="5321890"/>
            <a:ext cx="3113070" cy="1384995"/>
          </a:xfrm>
          <a:prstGeom prst="rect">
            <a:avLst/>
          </a:prstGeom>
          <a:noFill/>
        </p:spPr>
        <p:txBody>
          <a:bodyPr wrap="square" rtlCol="0">
            <a:spAutoFit/>
          </a:bodyPr>
          <a:lstStyle/>
          <a:p>
            <a:r>
              <a:rPr lang="en-US" dirty="0"/>
              <a:t>Make a small change to </a:t>
            </a:r>
          </a:p>
          <a:p>
            <a:r>
              <a:rPr lang="en-US" dirty="0"/>
              <a:t>app/</a:t>
            </a:r>
            <a:r>
              <a:rPr lang="en-US" dirty="0" err="1"/>
              <a:t>Main.hs</a:t>
            </a:r>
            <a:endParaRPr lang="en-US" dirty="0"/>
          </a:p>
        </p:txBody>
      </p:sp>
      <p:cxnSp>
        <p:nvCxnSpPr>
          <p:cNvPr id="18" name="Straight Arrow Connector 17">
            <a:extLst>
              <a:ext uri="{FF2B5EF4-FFF2-40B4-BE49-F238E27FC236}">
                <a16:creationId xmlns:a16="http://schemas.microsoft.com/office/drawing/2014/main" id="{05B4EC9B-CD83-C642-B5BB-83FDDDF73C63}"/>
              </a:ext>
            </a:extLst>
          </p:cNvPr>
          <p:cNvCxnSpPr>
            <a:cxnSpLocks/>
          </p:cNvCxnSpPr>
          <p:nvPr/>
        </p:nvCxnSpPr>
        <p:spPr bwMode="auto">
          <a:xfrm>
            <a:off x="4220740" y="5672712"/>
            <a:ext cx="2531552" cy="289507"/>
          </a:xfrm>
          <a:prstGeom prst="straightConnector1">
            <a:avLst/>
          </a:prstGeom>
          <a:noFill/>
          <a:ln w="44450" cap="sq" cmpd="sng" algn="ctr">
            <a:solidFill>
              <a:srgbClr val="FFC000"/>
            </a:solidFill>
            <a:prstDash val="solid"/>
            <a:round/>
            <a:headEnd type="none" w="med" len="med"/>
            <a:tailEnd type="triangle"/>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cxnSp>
    </p:spTree>
    <p:extLst>
      <p:ext uri="{BB962C8B-B14F-4D97-AF65-F5344CB8AC3E}">
        <p14:creationId xmlns:p14="http://schemas.microsoft.com/office/powerpoint/2010/main" val="2213409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500" fill="hold"/>
                                        <p:tgtEl>
                                          <p:spTgt spid="18"/>
                                        </p:tgtEl>
                                        <p:attrNameLst>
                                          <p:attrName>ppt_x</p:attrName>
                                        </p:attrNameLst>
                                      </p:cBhvr>
                                      <p:tavLst>
                                        <p:tav tm="0">
                                          <p:val>
                                            <p:strVal val="#ppt_x"/>
                                          </p:val>
                                        </p:tav>
                                        <p:tav tm="100000">
                                          <p:val>
                                            <p:strVal val="#ppt_x"/>
                                          </p:val>
                                        </p:tav>
                                      </p:tavLst>
                                    </p:anim>
                                    <p:anim calcmode="lin" valueType="num">
                                      <p:cBhvr additive="base">
                                        <p:cTn id="1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ppt_x"/>
                                          </p:val>
                                        </p:tav>
                                        <p:tav tm="100000">
                                          <p:val>
                                            <p:strVal val="#ppt_x"/>
                                          </p:val>
                                        </p:tav>
                                      </p:tavLst>
                                    </p:anim>
                                    <p:anim calcmode="lin" valueType="num">
                                      <p:cBhvr additive="base">
                                        <p:cTn id="2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773673" y="782609"/>
            <a:ext cx="7870634" cy="831352"/>
          </a:xfrm>
        </p:spPr>
        <p:txBody>
          <a:bodyPr/>
          <a:lstStyle/>
          <a:p>
            <a:r>
              <a:rPr lang="en-US" dirty="0">
                <a:latin typeface="Arial Black" charset="0"/>
                <a:ea typeface="ＭＳ Ｐゴシック" charset="0"/>
              </a:rPr>
              <a:t>Using Stack 2/3 </a:t>
            </a:r>
          </a:p>
        </p:txBody>
      </p:sp>
      <p:sp>
        <p:nvSpPr>
          <p:cNvPr id="16385" name="Slide Number Placeholder 2"/>
          <p:cNvSpPr>
            <a:spLocks noGrp="1"/>
          </p:cNvSpPr>
          <p:nvPr>
            <p:ph type="sldNum" sz="quarter" idx="12"/>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CC73A6B6-49ED-C641-8D95-0A84FA800C15}" type="slidenum">
              <a:rPr lang="en-US" sz="1400"/>
              <a:pPr/>
              <a:t>5</a:t>
            </a:fld>
            <a:endParaRPr lang="en-US" sz="1400"/>
          </a:p>
        </p:txBody>
      </p:sp>
      <p:sp>
        <p:nvSpPr>
          <p:cNvPr id="5" name="TextBox 4">
            <a:extLst>
              <a:ext uri="{FF2B5EF4-FFF2-40B4-BE49-F238E27FC236}">
                <a16:creationId xmlns:a16="http://schemas.microsoft.com/office/drawing/2014/main" id="{0B34F92E-FEE6-D640-8946-667C87F4B342}"/>
              </a:ext>
            </a:extLst>
          </p:cNvPr>
          <p:cNvSpPr txBox="1"/>
          <p:nvPr/>
        </p:nvSpPr>
        <p:spPr>
          <a:xfrm>
            <a:off x="5140504" y="2866491"/>
            <a:ext cx="184731" cy="1384995"/>
          </a:xfrm>
          <a:prstGeom prst="rect">
            <a:avLst/>
          </a:prstGeom>
          <a:noFill/>
        </p:spPr>
        <p:txBody>
          <a:bodyPr wrap="none" rtlCol="0">
            <a:spAutoFit/>
          </a:bodyPr>
          <a:lstStyle/>
          <a:p>
            <a:endParaRPr lang="en-US" dirty="0"/>
          </a:p>
          <a:p>
            <a:endParaRPr lang="en-US" dirty="0"/>
          </a:p>
          <a:p>
            <a:endParaRPr lang="en-US" dirty="0"/>
          </a:p>
        </p:txBody>
      </p:sp>
      <p:sp>
        <p:nvSpPr>
          <p:cNvPr id="9" name="Text Box 4">
            <a:extLst>
              <a:ext uri="{FF2B5EF4-FFF2-40B4-BE49-F238E27FC236}">
                <a16:creationId xmlns:a16="http://schemas.microsoft.com/office/drawing/2014/main" id="{68A86FAD-82B1-3F49-AE35-ABAAEFB8272F}"/>
              </a:ext>
            </a:extLst>
          </p:cNvPr>
          <p:cNvSpPr txBox="1">
            <a:spLocks noChangeArrowheads="1"/>
          </p:cNvSpPr>
          <p:nvPr/>
        </p:nvSpPr>
        <p:spPr bwMode="auto">
          <a:xfrm>
            <a:off x="1734505" y="2100271"/>
            <a:ext cx="7874463" cy="461665"/>
          </a:xfrm>
          <a:prstGeom prst="rect">
            <a:avLst/>
          </a:prstGeom>
          <a:solidFill>
            <a:schemeClr val="accent1"/>
          </a:solidFill>
          <a:ln>
            <a:noFill/>
          </a:ln>
          <a:extLst>
            <a:ext uri="{91240B29-F687-4f45-9708-019B960494DF}">
              <a14:hiddenLine xmlns:a14="http://schemas.microsoft.com/office/drawing/2010/main" xmlns="" w="12700" cap="sq">
                <a:solidFill>
                  <a:srgbClr val="000000"/>
                </a:solidFill>
                <a:miter lim="800000"/>
                <a:headEnd/>
                <a:tailEnd/>
              </a14:hiddenLine>
            </a:ext>
          </a:extLst>
        </p:spPr>
        <p:txBody>
          <a:bodyPr wrap="none" anchor="ctr">
            <a:spAutoFit/>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r>
              <a:rPr lang="en-IE" sz="2400" dirty="0"/>
              <a:t>$ stack build </a:t>
            </a:r>
            <a:r>
              <a:rPr lang="en-IE" sz="2400" dirty="0">
                <a:solidFill>
                  <a:srgbClr val="FFFF00"/>
                </a:solidFill>
              </a:rPr>
              <a:t>– builds/rebuilds project with updated code</a:t>
            </a:r>
          </a:p>
        </p:txBody>
      </p:sp>
      <p:pic>
        <p:nvPicPr>
          <p:cNvPr id="14" name="Picture 13">
            <a:extLst>
              <a:ext uri="{FF2B5EF4-FFF2-40B4-BE49-F238E27FC236}">
                <a16:creationId xmlns:a16="http://schemas.microsoft.com/office/drawing/2014/main" id="{0226B50A-2BA7-9640-9A69-1E0AC10923AC}"/>
              </a:ext>
            </a:extLst>
          </p:cNvPr>
          <p:cNvPicPr>
            <a:picLocks noChangeAspect="1"/>
          </p:cNvPicPr>
          <p:nvPr/>
        </p:nvPicPr>
        <p:blipFill>
          <a:blip r:embed="rId2"/>
          <a:stretch>
            <a:fillRect/>
          </a:stretch>
        </p:blipFill>
        <p:spPr>
          <a:xfrm>
            <a:off x="1902716" y="4691437"/>
            <a:ext cx="4318000" cy="2057400"/>
          </a:xfrm>
          <a:prstGeom prst="rect">
            <a:avLst/>
          </a:prstGeom>
        </p:spPr>
      </p:pic>
      <p:cxnSp>
        <p:nvCxnSpPr>
          <p:cNvPr id="18" name="Straight Arrow Connector 17">
            <a:extLst>
              <a:ext uri="{FF2B5EF4-FFF2-40B4-BE49-F238E27FC236}">
                <a16:creationId xmlns:a16="http://schemas.microsoft.com/office/drawing/2014/main" id="{05B4EC9B-CD83-C642-B5BB-83FDDDF73C63}"/>
              </a:ext>
            </a:extLst>
          </p:cNvPr>
          <p:cNvCxnSpPr>
            <a:cxnSpLocks/>
          </p:cNvCxnSpPr>
          <p:nvPr/>
        </p:nvCxnSpPr>
        <p:spPr bwMode="auto">
          <a:xfrm flipV="1">
            <a:off x="4708990" y="5423044"/>
            <a:ext cx="2340795" cy="73631"/>
          </a:xfrm>
          <a:prstGeom prst="straightConnector1">
            <a:avLst/>
          </a:prstGeom>
          <a:noFill/>
          <a:ln w="44450" cap="sq" cmpd="sng" algn="ctr">
            <a:solidFill>
              <a:srgbClr val="FFC000"/>
            </a:solidFill>
            <a:prstDash val="solid"/>
            <a:round/>
            <a:headEnd type="none" w="med" len="med"/>
            <a:tailEnd type="triangle"/>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5921" dir="2700000" algn="ctr" rotWithShape="0">
                    <a:schemeClr val="bg2"/>
                  </a:outerShdw>
                </a:effectLst>
              </a14:hiddenEffects>
            </a:ext>
          </a:extLst>
        </p:spPr>
      </p:cxnSp>
      <p:sp>
        <p:nvSpPr>
          <p:cNvPr id="12" name="Text Box 4">
            <a:extLst>
              <a:ext uri="{FF2B5EF4-FFF2-40B4-BE49-F238E27FC236}">
                <a16:creationId xmlns:a16="http://schemas.microsoft.com/office/drawing/2014/main" id="{921B8B86-6C8B-C646-A2C3-F54818875159}"/>
              </a:ext>
            </a:extLst>
          </p:cNvPr>
          <p:cNvSpPr txBox="1">
            <a:spLocks noChangeArrowheads="1"/>
          </p:cNvSpPr>
          <p:nvPr/>
        </p:nvSpPr>
        <p:spPr bwMode="auto">
          <a:xfrm>
            <a:off x="1734505" y="2957117"/>
            <a:ext cx="7903446" cy="830997"/>
          </a:xfrm>
          <a:prstGeom prst="rect">
            <a:avLst/>
          </a:prstGeom>
          <a:solidFill>
            <a:schemeClr val="accent1"/>
          </a:solidFill>
          <a:ln>
            <a:noFill/>
          </a:ln>
          <a:extLst>
            <a:ext uri="{91240B29-F687-4f45-9708-019B960494DF}">
              <a14:hiddenLine xmlns:a14="http://schemas.microsoft.com/office/drawing/2010/main" xmlns="" w="12700" cap="sq">
                <a:solidFill>
                  <a:srgbClr val="000000"/>
                </a:solidFill>
                <a:miter lim="800000"/>
                <a:headEnd/>
                <a:tailEnd/>
              </a14:hiddenLine>
            </a:ext>
          </a:extLst>
        </p:spPr>
        <p:txBody>
          <a:bodyPr wrap="none" anchor="ctr">
            <a:spAutoFit/>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r>
              <a:rPr lang="en-IE" sz="2400" dirty="0"/>
              <a:t>$ stack install </a:t>
            </a:r>
            <a:r>
              <a:rPr lang="en-IE" sz="2400" dirty="0">
                <a:solidFill>
                  <a:srgbClr val="FFFF00"/>
                </a:solidFill>
              </a:rPr>
              <a:t>– copies executable into common location </a:t>
            </a:r>
          </a:p>
          <a:p>
            <a:r>
              <a:rPr lang="en-IE" sz="2400" dirty="0">
                <a:solidFill>
                  <a:srgbClr val="FFFF00"/>
                </a:solidFill>
              </a:rPr>
              <a:t>                       (also includes stack build) </a:t>
            </a:r>
          </a:p>
        </p:txBody>
      </p:sp>
      <p:sp>
        <p:nvSpPr>
          <p:cNvPr id="13" name="Text Box 4">
            <a:extLst>
              <a:ext uri="{FF2B5EF4-FFF2-40B4-BE49-F238E27FC236}">
                <a16:creationId xmlns:a16="http://schemas.microsoft.com/office/drawing/2014/main" id="{FD7EAE52-22CF-F14A-AE9C-08F03E362D28}"/>
              </a:ext>
            </a:extLst>
          </p:cNvPr>
          <p:cNvSpPr txBox="1">
            <a:spLocks noChangeArrowheads="1"/>
          </p:cNvSpPr>
          <p:nvPr/>
        </p:nvSpPr>
        <p:spPr bwMode="auto">
          <a:xfrm>
            <a:off x="1734505" y="4094376"/>
            <a:ext cx="5711372" cy="461665"/>
          </a:xfrm>
          <a:prstGeom prst="rect">
            <a:avLst/>
          </a:prstGeom>
          <a:solidFill>
            <a:schemeClr val="accent1"/>
          </a:solidFill>
          <a:ln>
            <a:noFill/>
          </a:ln>
          <a:extLst>
            <a:ext uri="{91240B29-F687-4f45-9708-019B960494DF}">
              <a14:hiddenLine xmlns:a14="http://schemas.microsoft.com/office/drawing/2010/main" xmlns="" w="12700" cap="sq">
                <a:solidFill>
                  <a:srgbClr val="000000"/>
                </a:solidFill>
                <a:miter lim="800000"/>
                <a:headEnd/>
                <a:tailEnd/>
              </a14:hiddenLine>
            </a:ext>
          </a:extLst>
        </p:spPr>
        <p:txBody>
          <a:bodyPr wrap="none" anchor="ctr">
            <a:spAutoFit/>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r>
              <a:rPr lang="en-IE" sz="2400" dirty="0"/>
              <a:t>$ MyFirstProject-exe  </a:t>
            </a:r>
            <a:r>
              <a:rPr lang="en-IE" sz="2400" dirty="0">
                <a:solidFill>
                  <a:srgbClr val="FFFF00"/>
                </a:solidFill>
              </a:rPr>
              <a:t>– runs executable</a:t>
            </a:r>
          </a:p>
        </p:txBody>
      </p:sp>
      <p:pic>
        <p:nvPicPr>
          <p:cNvPr id="4" name="Picture 3">
            <a:extLst>
              <a:ext uri="{FF2B5EF4-FFF2-40B4-BE49-F238E27FC236}">
                <a16:creationId xmlns:a16="http://schemas.microsoft.com/office/drawing/2014/main" id="{6903DEE3-EA64-1C4A-B6A0-98632F2123CC}"/>
              </a:ext>
            </a:extLst>
          </p:cNvPr>
          <p:cNvPicPr>
            <a:picLocks noChangeAspect="1"/>
          </p:cNvPicPr>
          <p:nvPr/>
        </p:nvPicPr>
        <p:blipFill>
          <a:blip r:embed="rId3"/>
          <a:stretch>
            <a:fillRect/>
          </a:stretch>
        </p:blipFill>
        <p:spPr>
          <a:xfrm>
            <a:off x="7118136" y="5199580"/>
            <a:ext cx="3175000" cy="609600"/>
          </a:xfrm>
          <a:prstGeom prst="rect">
            <a:avLst/>
          </a:prstGeom>
        </p:spPr>
      </p:pic>
    </p:spTree>
    <p:extLst>
      <p:ext uri="{BB962C8B-B14F-4D97-AF65-F5344CB8AC3E}">
        <p14:creationId xmlns:p14="http://schemas.microsoft.com/office/powerpoint/2010/main" val="345150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500" fill="hold"/>
                                        <p:tgtEl>
                                          <p:spTgt spid="14"/>
                                        </p:tgtEl>
                                        <p:attrNameLst>
                                          <p:attrName>ppt_x</p:attrName>
                                        </p:attrNameLst>
                                      </p:cBhvr>
                                      <p:tavLst>
                                        <p:tav tm="0">
                                          <p:val>
                                            <p:strVal val="#ppt_x"/>
                                          </p:val>
                                        </p:tav>
                                        <p:tav tm="100000">
                                          <p:val>
                                            <p:strVal val="#ppt_x"/>
                                          </p:val>
                                        </p:tav>
                                      </p:tavLst>
                                    </p:anim>
                                    <p:anim calcmode="lin" valueType="num">
                                      <p:cBhvr additive="base">
                                        <p:cTn id="2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ppt_x"/>
                                          </p:val>
                                        </p:tav>
                                        <p:tav tm="100000">
                                          <p:val>
                                            <p:strVal val="#ppt_x"/>
                                          </p:val>
                                        </p:tav>
                                      </p:tavLst>
                                    </p:anim>
                                    <p:anim calcmode="lin" valueType="num">
                                      <p:cBhvr additive="base">
                                        <p:cTn id="3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706142" y="721092"/>
            <a:ext cx="7870634" cy="831352"/>
          </a:xfrm>
        </p:spPr>
        <p:txBody>
          <a:bodyPr/>
          <a:lstStyle/>
          <a:p>
            <a:r>
              <a:rPr lang="en-US" dirty="0">
                <a:latin typeface="Arial Black" charset="0"/>
                <a:ea typeface="ＭＳ Ｐゴシック" charset="0"/>
              </a:rPr>
              <a:t>Using Stack 3/3  </a:t>
            </a:r>
          </a:p>
        </p:txBody>
      </p:sp>
      <p:sp>
        <p:nvSpPr>
          <p:cNvPr id="16385" name="Slide Number Placeholder 2"/>
          <p:cNvSpPr>
            <a:spLocks noGrp="1"/>
          </p:cNvSpPr>
          <p:nvPr>
            <p:ph type="sldNum" sz="quarter" idx="12"/>
          </p:nvPr>
        </p:nvSpPr>
        <p:spPr>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CC73A6B6-49ED-C641-8D95-0A84FA800C15}" type="slidenum">
              <a:rPr lang="en-US" sz="1400"/>
              <a:pPr/>
              <a:t>6</a:t>
            </a:fld>
            <a:endParaRPr lang="en-US" sz="1400"/>
          </a:p>
        </p:txBody>
      </p:sp>
      <p:sp>
        <p:nvSpPr>
          <p:cNvPr id="5" name="TextBox 4">
            <a:extLst>
              <a:ext uri="{FF2B5EF4-FFF2-40B4-BE49-F238E27FC236}">
                <a16:creationId xmlns:a16="http://schemas.microsoft.com/office/drawing/2014/main" id="{0B34F92E-FEE6-D640-8946-667C87F4B342}"/>
              </a:ext>
            </a:extLst>
          </p:cNvPr>
          <p:cNvSpPr txBox="1"/>
          <p:nvPr/>
        </p:nvSpPr>
        <p:spPr>
          <a:xfrm>
            <a:off x="5140504" y="2866491"/>
            <a:ext cx="184731" cy="1384995"/>
          </a:xfrm>
          <a:prstGeom prst="rect">
            <a:avLst/>
          </a:prstGeom>
          <a:noFill/>
        </p:spPr>
        <p:txBody>
          <a:bodyPr wrap="none" rtlCol="0">
            <a:spAutoFit/>
          </a:bodyPr>
          <a:lstStyle/>
          <a:p>
            <a:endParaRPr lang="en-US" dirty="0"/>
          </a:p>
          <a:p>
            <a:endParaRPr lang="en-US" dirty="0"/>
          </a:p>
          <a:p>
            <a:endParaRPr lang="en-US" dirty="0"/>
          </a:p>
        </p:txBody>
      </p:sp>
      <p:sp>
        <p:nvSpPr>
          <p:cNvPr id="12" name="Text Box 4">
            <a:extLst>
              <a:ext uri="{FF2B5EF4-FFF2-40B4-BE49-F238E27FC236}">
                <a16:creationId xmlns:a16="http://schemas.microsoft.com/office/drawing/2014/main" id="{921B8B86-6C8B-C646-A2C3-F54818875159}"/>
              </a:ext>
            </a:extLst>
          </p:cNvPr>
          <p:cNvSpPr txBox="1">
            <a:spLocks noChangeArrowheads="1"/>
          </p:cNvSpPr>
          <p:nvPr/>
        </p:nvSpPr>
        <p:spPr bwMode="auto">
          <a:xfrm>
            <a:off x="706142" y="3697969"/>
            <a:ext cx="7796173" cy="830997"/>
          </a:xfrm>
          <a:prstGeom prst="rect">
            <a:avLst/>
          </a:prstGeom>
          <a:solidFill>
            <a:schemeClr val="accent1"/>
          </a:solidFill>
          <a:ln>
            <a:noFill/>
          </a:ln>
          <a:extLst>
            <a:ext uri="{91240B29-F687-4f45-9708-019B960494DF}">
              <a14:hiddenLine xmlns="" xmlns:a14="http://schemas.microsoft.com/office/drawing/2010/main" w="12700" cap="sq">
                <a:solidFill>
                  <a:srgbClr val="000000"/>
                </a:solidFill>
                <a:miter lim="800000"/>
                <a:headEnd/>
                <a:tailEnd/>
              </a14:hiddenLine>
            </a:ext>
          </a:extLst>
        </p:spPr>
        <p:txBody>
          <a:bodyPr wrap="none" anchor="ctr">
            <a:spAutoFit/>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r>
              <a:rPr lang="en-IE" sz="2400" dirty="0"/>
              <a:t>$ stack install </a:t>
            </a:r>
            <a:r>
              <a:rPr lang="en-IE" sz="2400" dirty="0">
                <a:solidFill>
                  <a:srgbClr val="FFFF00"/>
                </a:solidFill>
              </a:rPr>
              <a:t>– rebuilds project with updated code and </a:t>
            </a:r>
          </a:p>
          <a:p>
            <a:r>
              <a:rPr lang="en-IE" sz="2400" dirty="0">
                <a:solidFill>
                  <a:srgbClr val="FFFF00"/>
                </a:solidFill>
              </a:rPr>
              <a:t>copies updated executable into </a:t>
            </a:r>
            <a:r>
              <a:rPr lang="en-IE" sz="2400">
                <a:solidFill>
                  <a:srgbClr val="FFFF00"/>
                </a:solidFill>
              </a:rPr>
              <a:t>common location. </a:t>
            </a:r>
            <a:endParaRPr lang="en-IE" sz="2400" dirty="0">
              <a:solidFill>
                <a:srgbClr val="FFFF00"/>
              </a:solidFill>
            </a:endParaRPr>
          </a:p>
        </p:txBody>
      </p:sp>
      <p:sp>
        <p:nvSpPr>
          <p:cNvPr id="13" name="Text Box 4">
            <a:extLst>
              <a:ext uri="{FF2B5EF4-FFF2-40B4-BE49-F238E27FC236}">
                <a16:creationId xmlns:a16="http://schemas.microsoft.com/office/drawing/2014/main" id="{FD7EAE52-22CF-F14A-AE9C-08F03E362D28}"/>
              </a:ext>
            </a:extLst>
          </p:cNvPr>
          <p:cNvSpPr txBox="1">
            <a:spLocks noChangeArrowheads="1"/>
          </p:cNvSpPr>
          <p:nvPr/>
        </p:nvSpPr>
        <p:spPr bwMode="auto">
          <a:xfrm>
            <a:off x="1206127" y="5174235"/>
            <a:ext cx="6742102" cy="461665"/>
          </a:xfrm>
          <a:prstGeom prst="rect">
            <a:avLst/>
          </a:prstGeom>
          <a:solidFill>
            <a:schemeClr val="accent1"/>
          </a:solidFill>
          <a:ln>
            <a:noFill/>
          </a:ln>
          <a:extLst>
            <a:ext uri="{91240B29-F687-4f45-9708-019B960494DF}">
              <a14:hiddenLine xmlns="" xmlns:a14="http://schemas.microsoft.com/office/drawing/2010/main" w="12700" cap="sq">
                <a:solidFill>
                  <a:srgbClr val="000000"/>
                </a:solidFill>
                <a:miter lim="800000"/>
                <a:headEnd/>
                <a:tailEnd/>
              </a14:hiddenLine>
            </a:ext>
          </a:extLst>
        </p:spPr>
        <p:txBody>
          <a:bodyPr wrap="none" anchor="ctr">
            <a:spAutoFit/>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r>
              <a:rPr lang="en-IE" sz="2400" dirty="0"/>
              <a:t>$ MyFirstProject-exe  </a:t>
            </a:r>
            <a:r>
              <a:rPr lang="en-IE" sz="2400" dirty="0">
                <a:solidFill>
                  <a:srgbClr val="FFFF00"/>
                </a:solidFill>
              </a:rPr>
              <a:t>– runs updated executable</a:t>
            </a:r>
          </a:p>
        </p:txBody>
      </p:sp>
      <p:pic>
        <p:nvPicPr>
          <p:cNvPr id="2" name="Picture 1">
            <a:extLst>
              <a:ext uri="{FF2B5EF4-FFF2-40B4-BE49-F238E27FC236}">
                <a16:creationId xmlns:a16="http://schemas.microsoft.com/office/drawing/2014/main" id="{241A790B-7527-124F-B6D9-988B1ADD03B3}"/>
              </a:ext>
            </a:extLst>
          </p:cNvPr>
          <p:cNvPicPr>
            <a:picLocks noChangeAspect="1"/>
          </p:cNvPicPr>
          <p:nvPr/>
        </p:nvPicPr>
        <p:blipFill>
          <a:blip r:embed="rId2"/>
          <a:stretch>
            <a:fillRect/>
          </a:stretch>
        </p:blipFill>
        <p:spPr>
          <a:xfrm>
            <a:off x="2802454" y="1844017"/>
            <a:ext cx="4419600" cy="1607585"/>
          </a:xfrm>
          <a:prstGeom prst="rect">
            <a:avLst/>
          </a:prstGeom>
        </p:spPr>
      </p:pic>
      <p:sp>
        <p:nvSpPr>
          <p:cNvPr id="3" name="TextBox 2">
            <a:extLst>
              <a:ext uri="{FF2B5EF4-FFF2-40B4-BE49-F238E27FC236}">
                <a16:creationId xmlns:a16="http://schemas.microsoft.com/office/drawing/2014/main" id="{1706DF8E-6246-BA49-A0A6-CB52AE1DFD26}"/>
              </a:ext>
            </a:extLst>
          </p:cNvPr>
          <p:cNvSpPr txBox="1"/>
          <p:nvPr/>
        </p:nvSpPr>
        <p:spPr>
          <a:xfrm>
            <a:off x="134642" y="2270376"/>
            <a:ext cx="1956529" cy="369332"/>
          </a:xfrm>
          <a:prstGeom prst="rect">
            <a:avLst/>
          </a:prstGeom>
          <a:noFill/>
        </p:spPr>
        <p:txBody>
          <a:bodyPr wrap="square" rtlCol="0">
            <a:spAutoFit/>
          </a:bodyPr>
          <a:lstStyle/>
          <a:p>
            <a:r>
              <a:rPr lang="en-US" dirty="0"/>
              <a:t>Updating project</a:t>
            </a:r>
          </a:p>
        </p:txBody>
      </p:sp>
      <p:cxnSp>
        <p:nvCxnSpPr>
          <p:cNvPr id="10" name="Straight Arrow Connector 9">
            <a:extLst>
              <a:ext uri="{FF2B5EF4-FFF2-40B4-BE49-F238E27FC236}">
                <a16:creationId xmlns:a16="http://schemas.microsoft.com/office/drawing/2014/main" id="{A6E7A6BD-967F-844D-9CBC-DD55E4925C38}"/>
              </a:ext>
            </a:extLst>
          </p:cNvPr>
          <p:cNvCxnSpPr>
            <a:cxnSpLocks/>
            <a:stCxn id="3" idx="3"/>
          </p:cNvCxnSpPr>
          <p:nvPr/>
        </p:nvCxnSpPr>
        <p:spPr bwMode="auto">
          <a:xfrm>
            <a:off x="2091171" y="2455042"/>
            <a:ext cx="1223529" cy="411449"/>
          </a:xfrm>
          <a:prstGeom prst="straightConnector1">
            <a:avLst/>
          </a:prstGeom>
          <a:noFill/>
          <a:ln w="57150" cap="sq" cmpd="sng" algn="ctr">
            <a:solidFill>
              <a:srgbClr val="FFC000"/>
            </a:solidFill>
            <a:prstDash val="solid"/>
            <a:round/>
            <a:headEnd type="none" w="med" len="med"/>
            <a:tailEnd type="triangle"/>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cxnSp>
      <p:pic>
        <p:nvPicPr>
          <p:cNvPr id="11" name="Picture 10">
            <a:extLst>
              <a:ext uri="{FF2B5EF4-FFF2-40B4-BE49-F238E27FC236}">
                <a16:creationId xmlns:a16="http://schemas.microsoft.com/office/drawing/2014/main" id="{725FC8EF-58E4-0F4E-BE6D-5C963F3DEDF8}"/>
              </a:ext>
            </a:extLst>
          </p:cNvPr>
          <p:cNvPicPr>
            <a:picLocks noChangeAspect="1"/>
          </p:cNvPicPr>
          <p:nvPr/>
        </p:nvPicPr>
        <p:blipFill>
          <a:blip r:embed="rId3"/>
          <a:stretch>
            <a:fillRect/>
          </a:stretch>
        </p:blipFill>
        <p:spPr>
          <a:xfrm>
            <a:off x="7770357" y="6065289"/>
            <a:ext cx="2959100" cy="673100"/>
          </a:xfrm>
          <a:prstGeom prst="rect">
            <a:avLst/>
          </a:prstGeom>
        </p:spPr>
      </p:pic>
      <p:cxnSp>
        <p:nvCxnSpPr>
          <p:cNvPr id="19" name="Straight Arrow Connector 18">
            <a:extLst>
              <a:ext uri="{FF2B5EF4-FFF2-40B4-BE49-F238E27FC236}">
                <a16:creationId xmlns:a16="http://schemas.microsoft.com/office/drawing/2014/main" id="{D69C4E70-26ED-FE47-8048-A9EC0BB80D40}"/>
              </a:ext>
            </a:extLst>
          </p:cNvPr>
          <p:cNvCxnSpPr>
            <a:cxnSpLocks/>
          </p:cNvCxnSpPr>
          <p:nvPr/>
        </p:nvCxnSpPr>
        <p:spPr bwMode="auto">
          <a:xfrm>
            <a:off x="4131129" y="5740831"/>
            <a:ext cx="3506234" cy="550290"/>
          </a:xfrm>
          <a:prstGeom prst="straightConnector1">
            <a:avLst/>
          </a:prstGeom>
          <a:noFill/>
          <a:ln w="57150" cap="sq" cmpd="sng" algn="ctr">
            <a:solidFill>
              <a:schemeClr val="tx2"/>
            </a:solidFill>
            <a:prstDash val="solid"/>
            <a:round/>
            <a:headEnd type="none" w="med" len="med"/>
            <a:tailEnd type="triangle"/>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cxnSp>
      <p:sp>
        <p:nvSpPr>
          <p:cNvPr id="4" name="Rectangular Callout 3">
            <a:extLst>
              <a:ext uri="{FF2B5EF4-FFF2-40B4-BE49-F238E27FC236}">
                <a16:creationId xmlns:a16="http://schemas.microsoft.com/office/drawing/2014/main" id="{A1FF97D8-E9D9-3F4A-A11E-68CF725BDDB6}"/>
              </a:ext>
            </a:extLst>
          </p:cNvPr>
          <p:cNvSpPr/>
          <p:nvPr/>
        </p:nvSpPr>
        <p:spPr bwMode="auto">
          <a:xfrm>
            <a:off x="7411719" y="1597548"/>
            <a:ext cx="2938408" cy="1015663"/>
          </a:xfrm>
          <a:prstGeom prst="wedgeRectCallout">
            <a:avLst>
              <a:gd name="adj1" fmla="val 2594"/>
              <a:gd name="adj2" fmla="val 228398"/>
            </a:avLst>
          </a:prstGeom>
          <a:solidFill>
            <a:srgbClr val="FFC000"/>
          </a:solidFill>
          <a:ln w="12700" cap="sq" cmpd="sng" algn="ctr">
            <a:solidFill>
              <a:srgbClr val="FFC000"/>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r>
              <a:rPr lang="en-US" sz="2000" dirty="0"/>
              <a:t>You may need to add this common location to your system path</a:t>
            </a:r>
          </a:p>
        </p:txBody>
      </p:sp>
    </p:spTree>
    <p:extLst>
      <p:ext uri="{BB962C8B-B14F-4D97-AF65-F5344CB8AC3E}">
        <p14:creationId xmlns:p14="http://schemas.microsoft.com/office/powerpoint/2010/main" val="707509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ppt_x"/>
                                          </p:val>
                                        </p:tav>
                                        <p:tav tm="100000">
                                          <p:val>
                                            <p:strVal val="#ppt_x"/>
                                          </p:val>
                                        </p:tav>
                                      </p:tavLst>
                                    </p:anim>
                                    <p:anim calcmode="lin" valueType="num">
                                      <p:cBhvr additive="base">
                                        <p:cTn id="14"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ppt_x"/>
                                          </p:val>
                                        </p:tav>
                                        <p:tav tm="100000">
                                          <p:val>
                                            <p:strVal val="#ppt_x"/>
                                          </p:val>
                                        </p:tav>
                                      </p:tavLst>
                                    </p:anim>
                                    <p:anim calcmode="lin" valueType="num">
                                      <p:cBhvr additive="base">
                                        <p:cTn id="2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ppt_x"/>
                                          </p:val>
                                        </p:tav>
                                        <p:tav tm="100000">
                                          <p:val>
                                            <p:strVal val="#ppt_x"/>
                                          </p:val>
                                        </p:tav>
                                      </p:tavLst>
                                    </p:anim>
                                    <p:anim calcmode="lin" valueType="num">
                                      <p:cBhvr additive="base">
                                        <p:cTn id="26"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9"/>
                                        </p:tgtEl>
                                        <p:attrNameLst>
                                          <p:attrName>style.visibility</p:attrName>
                                        </p:attrNameLst>
                                      </p:cBhvr>
                                      <p:to>
                                        <p:strVal val="visible"/>
                                      </p:to>
                                    </p:set>
                                    <p:anim calcmode="lin" valueType="num">
                                      <p:cBhvr additive="base">
                                        <p:cTn id="37" dur="500" fill="hold"/>
                                        <p:tgtEl>
                                          <p:spTgt spid="19"/>
                                        </p:tgtEl>
                                        <p:attrNameLst>
                                          <p:attrName>ppt_x</p:attrName>
                                        </p:attrNameLst>
                                      </p:cBhvr>
                                      <p:tavLst>
                                        <p:tav tm="0">
                                          <p:val>
                                            <p:strVal val="#ppt_x"/>
                                          </p:val>
                                        </p:tav>
                                        <p:tav tm="100000">
                                          <p:val>
                                            <p:strVal val="#ppt_x"/>
                                          </p:val>
                                        </p:tav>
                                      </p:tavLst>
                                    </p:anim>
                                    <p:anim calcmode="lin" valueType="num">
                                      <p:cBhvr additive="base">
                                        <p:cTn id="3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500" fill="hold"/>
                                        <p:tgtEl>
                                          <p:spTgt spid="11"/>
                                        </p:tgtEl>
                                        <p:attrNameLst>
                                          <p:attrName>ppt_x</p:attrName>
                                        </p:attrNameLst>
                                      </p:cBhvr>
                                      <p:tavLst>
                                        <p:tav tm="0">
                                          <p:val>
                                            <p:strVal val="#ppt_x"/>
                                          </p:val>
                                        </p:tav>
                                        <p:tav tm="100000">
                                          <p:val>
                                            <p:strVal val="#ppt_x"/>
                                          </p:val>
                                        </p:tav>
                                      </p:tavLst>
                                    </p:anim>
                                    <p:anim calcmode="lin" valueType="num">
                                      <p:cBhvr additive="base">
                                        <p:cTn id="4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Table&#10;&#10;Description automatically generated with low confidence">
            <a:extLst>
              <a:ext uri="{FF2B5EF4-FFF2-40B4-BE49-F238E27FC236}">
                <a16:creationId xmlns:a16="http://schemas.microsoft.com/office/drawing/2014/main" id="{2F6FB75B-D968-FF4C-8B45-8C2392D3C0D9}"/>
              </a:ext>
            </a:extLst>
          </p:cNvPr>
          <p:cNvPicPr>
            <a:picLocks noChangeAspect="1"/>
          </p:cNvPicPr>
          <p:nvPr/>
        </p:nvPicPr>
        <p:blipFill>
          <a:blip r:embed="rId2"/>
          <a:stretch>
            <a:fillRect/>
          </a:stretch>
        </p:blipFill>
        <p:spPr>
          <a:xfrm>
            <a:off x="7353425" y="1289540"/>
            <a:ext cx="3275445" cy="4335765"/>
          </a:xfrm>
          <a:prstGeom prst="rect">
            <a:avLst/>
          </a:prstGeom>
        </p:spPr>
      </p:pic>
      <p:sp>
        <p:nvSpPr>
          <p:cNvPr id="16386" name="Rectangle 2"/>
          <p:cNvSpPr>
            <a:spLocks noGrp="1" noChangeArrowheads="1"/>
          </p:cNvSpPr>
          <p:nvPr>
            <p:ph type="title"/>
          </p:nvPr>
        </p:nvSpPr>
        <p:spPr>
          <a:xfrm>
            <a:off x="612535" y="712354"/>
            <a:ext cx="7870634" cy="831352"/>
          </a:xfrm>
        </p:spPr>
        <p:txBody>
          <a:bodyPr/>
          <a:lstStyle/>
          <a:p>
            <a:r>
              <a:rPr lang="en-US" dirty="0">
                <a:latin typeface="Arial Black" charset="0"/>
                <a:ea typeface="ＭＳ Ｐゴシック" charset="0"/>
              </a:rPr>
              <a:t>Where is everything in Stack structure? </a:t>
            </a:r>
          </a:p>
        </p:txBody>
      </p:sp>
      <p:sp>
        <p:nvSpPr>
          <p:cNvPr id="16385" name="Slide Number Placeholder 2"/>
          <p:cNvSpPr>
            <a:spLocks noGrp="1"/>
          </p:cNvSpPr>
          <p:nvPr>
            <p:ph type="sldNum" sz="quarter" idx="12"/>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CC73A6B6-49ED-C641-8D95-0A84FA800C15}" type="slidenum">
              <a:rPr lang="en-US" sz="1400"/>
              <a:pPr/>
              <a:t>7</a:t>
            </a:fld>
            <a:endParaRPr lang="en-US" sz="1400"/>
          </a:p>
        </p:txBody>
      </p:sp>
      <p:sp>
        <p:nvSpPr>
          <p:cNvPr id="5" name="TextBox 4">
            <a:extLst>
              <a:ext uri="{FF2B5EF4-FFF2-40B4-BE49-F238E27FC236}">
                <a16:creationId xmlns:a16="http://schemas.microsoft.com/office/drawing/2014/main" id="{0B34F92E-FEE6-D640-8946-667C87F4B342}"/>
              </a:ext>
            </a:extLst>
          </p:cNvPr>
          <p:cNvSpPr txBox="1"/>
          <p:nvPr/>
        </p:nvSpPr>
        <p:spPr>
          <a:xfrm>
            <a:off x="5140504" y="2866491"/>
            <a:ext cx="184731" cy="1384995"/>
          </a:xfrm>
          <a:prstGeom prst="rect">
            <a:avLst/>
          </a:prstGeom>
          <a:noFill/>
        </p:spPr>
        <p:txBody>
          <a:bodyPr wrap="none" rtlCol="0">
            <a:spAutoFit/>
          </a:bodyPr>
          <a:lstStyle/>
          <a:p>
            <a:endParaRPr lang="en-US" dirty="0"/>
          </a:p>
          <a:p>
            <a:endParaRPr lang="en-US" dirty="0"/>
          </a:p>
          <a:p>
            <a:endParaRPr lang="en-US" dirty="0"/>
          </a:p>
        </p:txBody>
      </p:sp>
      <p:sp>
        <p:nvSpPr>
          <p:cNvPr id="4" name="Rounded Rectangular Callout 3">
            <a:extLst>
              <a:ext uri="{FF2B5EF4-FFF2-40B4-BE49-F238E27FC236}">
                <a16:creationId xmlns:a16="http://schemas.microsoft.com/office/drawing/2014/main" id="{87920FFC-ECD6-054C-BFCA-0F9A96016649}"/>
              </a:ext>
            </a:extLst>
          </p:cNvPr>
          <p:cNvSpPr/>
          <p:nvPr/>
        </p:nvSpPr>
        <p:spPr bwMode="auto">
          <a:xfrm>
            <a:off x="2022909" y="1923191"/>
            <a:ext cx="3117595" cy="715089"/>
          </a:xfrm>
          <a:prstGeom prst="wedgeRoundRectCallout">
            <a:avLst>
              <a:gd name="adj1" fmla="val 132467"/>
              <a:gd name="adj2" fmla="val 31818"/>
              <a:gd name="adj3" fmla="val 16667"/>
            </a:avLst>
          </a:prstGeom>
          <a:solidFill>
            <a:srgbClr val="FFC000"/>
          </a:solid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r>
              <a:rPr lang="en-US" dirty="0"/>
              <a:t>app – </a:t>
            </a:r>
            <a:r>
              <a:rPr lang="en-US" dirty="0" err="1"/>
              <a:t>e.g</a:t>
            </a:r>
            <a:r>
              <a:rPr lang="en-US" dirty="0"/>
              <a:t> Driver code – we talk to world here </a:t>
            </a:r>
          </a:p>
        </p:txBody>
      </p:sp>
      <p:sp>
        <p:nvSpPr>
          <p:cNvPr id="16" name="Rounded Rectangular Callout 15">
            <a:extLst>
              <a:ext uri="{FF2B5EF4-FFF2-40B4-BE49-F238E27FC236}">
                <a16:creationId xmlns:a16="http://schemas.microsoft.com/office/drawing/2014/main" id="{70CA3007-1BAF-B64D-B5C7-6AAF80E5B45D}"/>
              </a:ext>
            </a:extLst>
          </p:cNvPr>
          <p:cNvSpPr/>
          <p:nvPr/>
        </p:nvSpPr>
        <p:spPr bwMode="auto">
          <a:xfrm>
            <a:off x="2022909" y="2974862"/>
            <a:ext cx="2630184" cy="1021556"/>
          </a:xfrm>
          <a:prstGeom prst="wedgeRoundRectCallout">
            <a:avLst>
              <a:gd name="adj1" fmla="val 165354"/>
              <a:gd name="adj2" fmla="val -77572"/>
              <a:gd name="adj3" fmla="val 16667"/>
            </a:avLst>
          </a:prstGeom>
          <a:solidFill>
            <a:srgbClr val="FFC000"/>
          </a:solid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r>
              <a:rPr lang="en-US" dirty="0" err="1"/>
              <a:t>src</a:t>
            </a:r>
            <a:r>
              <a:rPr lang="en-US" dirty="0"/>
              <a:t> – e.g. Library code – functions here (‘heavy lifting’)</a:t>
            </a:r>
          </a:p>
        </p:txBody>
      </p:sp>
      <p:sp>
        <p:nvSpPr>
          <p:cNvPr id="17" name="Rounded Rectangular Callout 16">
            <a:extLst>
              <a:ext uri="{FF2B5EF4-FFF2-40B4-BE49-F238E27FC236}">
                <a16:creationId xmlns:a16="http://schemas.microsoft.com/office/drawing/2014/main" id="{813D3BCD-97F0-FD4C-9523-9458EBF5A596}"/>
              </a:ext>
            </a:extLst>
          </p:cNvPr>
          <p:cNvSpPr/>
          <p:nvPr/>
        </p:nvSpPr>
        <p:spPr bwMode="auto">
          <a:xfrm>
            <a:off x="2018988" y="4449393"/>
            <a:ext cx="2589088" cy="715089"/>
          </a:xfrm>
          <a:prstGeom prst="wedgeRoundRectCallout">
            <a:avLst>
              <a:gd name="adj1" fmla="val 176325"/>
              <a:gd name="adj2" fmla="val -228381"/>
              <a:gd name="adj3" fmla="val 16667"/>
            </a:avLst>
          </a:prstGeom>
          <a:solidFill>
            <a:srgbClr val="FFC000"/>
          </a:solid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r>
              <a:rPr lang="en-US" dirty="0"/>
              <a:t>Testing section (we don’t use) </a:t>
            </a:r>
          </a:p>
        </p:txBody>
      </p:sp>
      <p:sp>
        <p:nvSpPr>
          <p:cNvPr id="18" name="Rounded Rectangular Callout 17">
            <a:extLst>
              <a:ext uri="{FF2B5EF4-FFF2-40B4-BE49-F238E27FC236}">
                <a16:creationId xmlns:a16="http://schemas.microsoft.com/office/drawing/2014/main" id="{2C220037-5CA0-4E46-A039-F2C36F64768B}"/>
              </a:ext>
            </a:extLst>
          </p:cNvPr>
          <p:cNvSpPr/>
          <p:nvPr/>
        </p:nvSpPr>
        <p:spPr bwMode="auto">
          <a:xfrm>
            <a:off x="1698661" y="5617457"/>
            <a:ext cx="5465852" cy="1055608"/>
          </a:xfrm>
          <a:prstGeom prst="wedgeRoundRectCallout">
            <a:avLst>
              <a:gd name="adj1" fmla="val 60854"/>
              <a:gd name="adj2" fmla="val -245731"/>
              <a:gd name="adj3" fmla="val 16667"/>
            </a:avLst>
          </a:prstGeom>
          <a:solidFill>
            <a:srgbClr val="FFC000"/>
          </a:solidFill>
          <a:ln w="12700" cap="sq" cmpd="sng" algn="ctr">
            <a:solidFill>
              <a:schemeClr val="tx1"/>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p>
            <a:r>
              <a:rPr lang="en-US" dirty="0"/>
              <a:t>Where we define dependencies – allows us to sandbox </a:t>
            </a:r>
          </a:p>
        </p:txBody>
      </p:sp>
      <p:cxnSp>
        <p:nvCxnSpPr>
          <p:cNvPr id="24" name="Straight Connector 23">
            <a:extLst>
              <a:ext uri="{FF2B5EF4-FFF2-40B4-BE49-F238E27FC236}">
                <a16:creationId xmlns:a16="http://schemas.microsoft.com/office/drawing/2014/main" id="{5651907E-6D0D-A646-A901-C69E47F6CE04}"/>
              </a:ext>
            </a:extLst>
          </p:cNvPr>
          <p:cNvCxnSpPr>
            <a:cxnSpLocks/>
          </p:cNvCxnSpPr>
          <p:nvPr/>
        </p:nvCxnSpPr>
        <p:spPr bwMode="auto">
          <a:xfrm>
            <a:off x="9088550" y="3694916"/>
            <a:ext cx="0" cy="1467852"/>
          </a:xfrm>
          <a:prstGeom prst="line">
            <a:avLst/>
          </a:prstGeom>
          <a:noFill/>
          <a:ln w="44450" cap="sq" cmpd="sng" algn="ctr">
            <a:solidFill>
              <a:schemeClr val="tx2"/>
            </a:solidFill>
            <a:prstDash val="solid"/>
            <a:round/>
            <a:headEnd type="none" w="med" len="med"/>
            <a:tailEnd type="non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cxnSp>
      <p:sp>
        <p:nvSpPr>
          <p:cNvPr id="26" name="TextBox 25">
            <a:extLst>
              <a:ext uri="{FF2B5EF4-FFF2-40B4-BE49-F238E27FC236}">
                <a16:creationId xmlns:a16="http://schemas.microsoft.com/office/drawing/2014/main" id="{35AD4B28-9D9F-9F43-B003-D0951711247F}"/>
              </a:ext>
            </a:extLst>
          </p:cNvPr>
          <p:cNvSpPr txBox="1"/>
          <p:nvPr/>
        </p:nvSpPr>
        <p:spPr>
          <a:xfrm>
            <a:off x="9278615" y="4064409"/>
            <a:ext cx="986590" cy="954107"/>
          </a:xfrm>
          <a:prstGeom prst="rect">
            <a:avLst/>
          </a:prstGeom>
          <a:solidFill>
            <a:schemeClr val="bg1"/>
          </a:solidFill>
        </p:spPr>
        <p:txBody>
          <a:bodyPr wrap="square" rtlCol="0">
            <a:spAutoFit/>
          </a:bodyPr>
          <a:lstStyle/>
          <a:p>
            <a:r>
              <a:rPr lang="en-US" sz="1400" dirty="0"/>
              <a:t>Don’t need to change these</a:t>
            </a:r>
          </a:p>
        </p:txBody>
      </p:sp>
    </p:spTree>
    <p:extLst>
      <p:ext uri="{BB962C8B-B14F-4D97-AF65-F5344CB8AC3E}">
        <p14:creationId xmlns:p14="http://schemas.microsoft.com/office/powerpoint/2010/main" val="2243992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7"/>
                                        </p:tgtEl>
                                        <p:attrNameLst>
                                          <p:attrName>style.visibility</p:attrName>
                                        </p:attrNameLst>
                                      </p:cBhvr>
                                      <p:to>
                                        <p:strVal val="visible"/>
                                      </p:to>
                                    </p:set>
                                    <p:anim calcmode="lin" valueType="num">
                                      <p:cBhvr additive="base">
                                        <p:cTn id="25" dur="500" fill="hold"/>
                                        <p:tgtEl>
                                          <p:spTgt spid="17"/>
                                        </p:tgtEl>
                                        <p:attrNameLst>
                                          <p:attrName>ppt_x</p:attrName>
                                        </p:attrNameLst>
                                      </p:cBhvr>
                                      <p:tavLst>
                                        <p:tav tm="0">
                                          <p:val>
                                            <p:strVal val="#ppt_x"/>
                                          </p:val>
                                        </p:tav>
                                        <p:tav tm="100000">
                                          <p:val>
                                            <p:strVal val="#ppt_x"/>
                                          </p:val>
                                        </p:tav>
                                      </p:tavLst>
                                    </p:anim>
                                    <p:anim calcmode="lin" valueType="num">
                                      <p:cBhvr additive="base">
                                        <p:cTn id="2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ppt_x"/>
                                          </p:val>
                                        </p:tav>
                                        <p:tav tm="100000">
                                          <p:val>
                                            <p:strVal val="#ppt_x"/>
                                          </p:val>
                                        </p:tav>
                                      </p:tavLst>
                                    </p:anim>
                                    <p:anim calcmode="lin" valueType="num">
                                      <p:cBhvr additive="base">
                                        <p:cTn id="3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4"/>
                                        </p:tgtEl>
                                        <p:attrNameLst>
                                          <p:attrName>style.visibility</p:attrName>
                                        </p:attrNameLst>
                                      </p:cBhvr>
                                      <p:to>
                                        <p:strVal val="visible"/>
                                      </p:to>
                                    </p:set>
                                    <p:anim calcmode="lin" valueType="num">
                                      <p:cBhvr additive="base">
                                        <p:cTn id="37" dur="500" fill="hold"/>
                                        <p:tgtEl>
                                          <p:spTgt spid="24"/>
                                        </p:tgtEl>
                                        <p:attrNameLst>
                                          <p:attrName>ppt_x</p:attrName>
                                        </p:attrNameLst>
                                      </p:cBhvr>
                                      <p:tavLst>
                                        <p:tav tm="0">
                                          <p:val>
                                            <p:strVal val="#ppt_x"/>
                                          </p:val>
                                        </p:tav>
                                        <p:tav tm="100000">
                                          <p:val>
                                            <p:strVal val="#ppt_x"/>
                                          </p:val>
                                        </p:tav>
                                      </p:tavLst>
                                    </p:anim>
                                    <p:anim calcmode="lin" valueType="num">
                                      <p:cBhvr additive="base">
                                        <p:cTn id="3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26"/>
                                        </p:tgtEl>
                                        <p:attrNameLst>
                                          <p:attrName>style.visibility</p:attrName>
                                        </p:attrNameLst>
                                      </p:cBhvr>
                                      <p:to>
                                        <p:strVal val="visible"/>
                                      </p:to>
                                    </p:set>
                                    <p:anim calcmode="lin" valueType="num">
                                      <p:cBhvr additive="base">
                                        <p:cTn id="43" dur="500" fill="hold"/>
                                        <p:tgtEl>
                                          <p:spTgt spid="26"/>
                                        </p:tgtEl>
                                        <p:attrNameLst>
                                          <p:attrName>ppt_x</p:attrName>
                                        </p:attrNameLst>
                                      </p:cBhvr>
                                      <p:tavLst>
                                        <p:tav tm="0">
                                          <p:val>
                                            <p:strVal val="#ppt_x"/>
                                          </p:val>
                                        </p:tav>
                                        <p:tav tm="100000">
                                          <p:val>
                                            <p:strVal val="#ppt_x"/>
                                          </p:val>
                                        </p:tav>
                                      </p:tavLst>
                                    </p:anim>
                                    <p:anim calcmode="lin" valueType="num">
                                      <p:cBhvr additive="base">
                                        <p:cTn id="44"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6" grpId="0" animBg="1"/>
      <p:bldP spid="17" grpId="0" animBg="1"/>
      <p:bldP spid="18" grpId="0" animBg="1"/>
      <p:bldP spid="2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r>
              <a:rPr lang="en-US" dirty="0">
                <a:latin typeface="Arial Black" charset="0"/>
              </a:rPr>
              <a:t>properties.yaml - contents</a:t>
            </a:r>
          </a:p>
        </p:txBody>
      </p:sp>
      <p:sp>
        <p:nvSpPr>
          <p:cNvPr id="18433" name="Slide Number Placeholder 2"/>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D286D825-E0DF-5745-B974-FAB56676A060}" type="slidenum">
              <a:rPr lang="en-US" sz="1400"/>
              <a:pPr/>
              <a:t>8</a:t>
            </a:fld>
            <a:endParaRPr lang="en-US" sz="1400"/>
          </a:p>
        </p:txBody>
      </p:sp>
      <p:pic>
        <p:nvPicPr>
          <p:cNvPr id="3" name="Picture 2" descr="Diagram&#10;&#10;Description automatically generated">
            <a:extLst>
              <a:ext uri="{FF2B5EF4-FFF2-40B4-BE49-F238E27FC236}">
                <a16:creationId xmlns:a16="http://schemas.microsoft.com/office/drawing/2014/main" id="{7E8D69AD-AF4A-A941-A6DB-134A9C451485}"/>
              </a:ext>
            </a:extLst>
          </p:cNvPr>
          <p:cNvPicPr>
            <a:picLocks noChangeAspect="1"/>
          </p:cNvPicPr>
          <p:nvPr/>
        </p:nvPicPr>
        <p:blipFill>
          <a:blip r:embed="rId2"/>
          <a:stretch>
            <a:fillRect/>
          </a:stretch>
        </p:blipFill>
        <p:spPr>
          <a:xfrm>
            <a:off x="2299638" y="2068786"/>
            <a:ext cx="6698837" cy="4789214"/>
          </a:xfrm>
          <a:prstGeom prst="rect">
            <a:avLst/>
          </a:prstGeom>
        </p:spPr>
      </p:pic>
    </p:spTree>
    <p:extLst>
      <p:ext uri="{BB962C8B-B14F-4D97-AF65-F5344CB8AC3E}">
        <p14:creationId xmlns:p14="http://schemas.microsoft.com/office/powerpoint/2010/main" val="1910389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865064" y="848093"/>
            <a:ext cx="7870634" cy="831352"/>
          </a:xfrm>
        </p:spPr>
        <p:txBody>
          <a:bodyPr/>
          <a:lstStyle/>
          <a:p>
            <a:r>
              <a:rPr lang="en-US" dirty="0">
                <a:latin typeface="Arial Black" charset="0"/>
                <a:ea typeface="ＭＳ Ｐゴシック" charset="0"/>
              </a:rPr>
              <a:t>Workflow of Stack</a:t>
            </a:r>
          </a:p>
        </p:txBody>
      </p:sp>
      <p:sp>
        <p:nvSpPr>
          <p:cNvPr id="16385" name="Slide Number Placeholder 2"/>
          <p:cNvSpPr>
            <a:spLocks noGrp="1"/>
          </p:cNvSpPr>
          <p:nvPr>
            <p:ph type="sldNum" sz="quarter" idx="12"/>
          </p:nvPr>
        </p:nvSpPr>
        <p:spPr>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CC73A6B6-49ED-C641-8D95-0A84FA800C15}" type="slidenum">
              <a:rPr lang="en-US" sz="1400"/>
              <a:pPr/>
              <a:t>9</a:t>
            </a:fld>
            <a:endParaRPr lang="en-US" sz="1400"/>
          </a:p>
        </p:txBody>
      </p:sp>
      <p:sp>
        <p:nvSpPr>
          <p:cNvPr id="5" name="TextBox 4">
            <a:extLst>
              <a:ext uri="{FF2B5EF4-FFF2-40B4-BE49-F238E27FC236}">
                <a16:creationId xmlns:a16="http://schemas.microsoft.com/office/drawing/2014/main" id="{0B34F92E-FEE6-D640-8946-667C87F4B342}"/>
              </a:ext>
            </a:extLst>
          </p:cNvPr>
          <p:cNvSpPr txBox="1"/>
          <p:nvPr/>
        </p:nvSpPr>
        <p:spPr>
          <a:xfrm>
            <a:off x="5140504" y="2866491"/>
            <a:ext cx="184731" cy="1384995"/>
          </a:xfrm>
          <a:prstGeom prst="rect">
            <a:avLst/>
          </a:prstGeom>
          <a:noFill/>
        </p:spPr>
        <p:txBody>
          <a:bodyPr wrap="none" rtlCol="0">
            <a:spAutoFit/>
          </a:bodyPr>
          <a:lstStyle/>
          <a:p>
            <a:endParaRPr lang="en-US" dirty="0"/>
          </a:p>
          <a:p>
            <a:endParaRPr lang="en-US" dirty="0"/>
          </a:p>
          <a:p>
            <a:endParaRPr lang="en-US" dirty="0"/>
          </a:p>
        </p:txBody>
      </p:sp>
      <p:pic>
        <p:nvPicPr>
          <p:cNvPr id="3" name="Picture 2" descr="Diagram&#10;&#10;Description automatically generated">
            <a:extLst>
              <a:ext uri="{FF2B5EF4-FFF2-40B4-BE49-F238E27FC236}">
                <a16:creationId xmlns:a16="http://schemas.microsoft.com/office/drawing/2014/main" id="{6677B88B-3763-4D43-99AE-C2339B105837}"/>
              </a:ext>
            </a:extLst>
          </p:cNvPr>
          <p:cNvPicPr>
            <a:picLocks noChangeAspect="1"/>
          </p:cNvPicPr>
          <p:nvPr/>
        </p:nvPicPr>
        <p:blipFill>
          <a:blip r:embed="rId2"/>
          <a:stretch>
            <a:fillRect/>
          </a:stretch>
        </p:blipFill>
        <p:spPr>
          <a:xfrm>
            <a:off x="2697617" y="2154568"/>
            <a:ext cx="6038081" cy="4523769"/>
          </a:xfrm>
          <a:prstGeom prst="rect">
            <a:avLst/>
          </a:prstGeom>
        </p:spPr>
      </p:pic>
    </p:spTree>
    <p:extLst>
      <p:ext uri="{BB962C8B-B14F-4D97-AF65-F5344CB8AC3E}">
        <p14:creationId xmlns:p14="http://schemas.microsoft.com/office/powerpoint/2010/main" val="10991730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901362" y="753228"/>
            <a:ext cx="7701455" cy="819807"/>
          </a:xfrm>
        </p:spPr>
        <p:txBody>
          <a:bodyPr>
            <a:normAutofit fontScale="90000"/>
          </a:bodyPr>
          <a:lstStyle/>
          <a:p>
            <a:br>
              <a:rPr lang="en-IE" b="1" dirty="0"/>
            </a:br>
            <a:br>
              <a:rPr lang="en-IE" dirty="0"/>
            </a:br>
            <a:r>
              <a:rPr lang="en-IE" b="1" dirty="0"/>
              <a:t>Updating package.yaml  1/2</a:t>
            </a:r>
            <a:endParaRPr lang="en-US" dirty="0">
              <a:latin typeface="Arial Black" charset="0"/>
            </a:endParaRPr>
          </a:p>
        </p:txBody>
      </p:sp>
      <p:sp>
        <p:nvSpPr>
          <p:cNvPr id="18433" name="Slide Number Placeholder 2"/>
          <p:cNvSpPr>
            <a:spLocks noGrp="1"/>
          </p:cNvSpPr>
          <p:nvPr>
            <p:ph type="sldNum" sz="quarter" idx="12"/>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D286D825-E0DF-5745-B974-FAB56676A060}" type="slidenum">
              <a:rPr lang="en-US" sz="1400"/>
              <a:pPr/>
              <a:t>10</a:t>
            </a:fld>
            <a:endParaRPr lang="en-US" sz="1400"/>
          </a:p>
        </p:txBody>
      </p:sp>
      <p:sp>
        <p:nvSpPr>
          <p:cNvPr id="3" name="TextBox 2">
            <a:extLst>
              <a:ext uri="{FF2B5EF4-FFF2-40B4-BE49-F238E27FC236}">
                <a16:creationId xmlns:a16="http://schemas.microsoft.com/office/drawing/2014/main" id="{BDD9F49B-201D-7E44-A3A3-BA86DE58C5C8}"/>
              </a:ext>
            </a:extLst>
          </p:cNvPr>
          <p:cNvSpPr txBox="1"/>
          <p:nvPr/>
        </p:nvSpPr>
        <p:spPr>
          <a:xfrm>
            <a:off x="308392" y="2154568"/>
            <a:ext cx="11216498" cy="4401205"/>
          </a:xfrm>
          <a:prstGeom prst="rect">
            <a:avLst/>
          </a:prstGeom>
          <a:noFill/>
        </p:spPr>
        <p:txBody>
          <a:bodyPr wrap="square" rtlCol="0">
            <a:spAutoFit/>
          </a:bodyPr>
          <a:lstStyle/>
          <a:p>
            <a:r>
              <a:rPr lang="en-IE" sz="2800" dirty="0"/>
              <a:t>We need to update </a:t>
            </a:r>
            <a:r>
              <a:rPr lang="en-IE" sz="2800" i="1" dirty="0"/>
              <a:t>package.yaml</a:t>
            </a:r>
            <a:r>
              <a:rPr lang="en-IE" sz="2800" dirty="0"/>
              <a:t>  for two reasons:</a:t>
            </a:r>
          </a:p>
          <a:p>
            <a:endParaRPr lang="en-IE" sz="2800" dirty="0"/>
          </a:p>
          <a:p>
            <a:r>
              <a:rPr lang="en-IE" sz="2800" dirty="0"/>
              <a:t>1. When we are structuring our code as seen in the default stack structure, we may write many functions, then curate these related functions into (files in) folders of related functions, </a:t>
            </a:r>
          </a:p>
          <a:p>
            <a:endParaRPr lang="en-IE" sz="2800" dirty="0"/>
          </a:p>
          <a:p>
            <a:r>
              <a:rPr lang="en-IE" sz="2800" dirty="0"/>
              <a:t>For example, if we had a lot of sorting functions, we might put all such code in (files in) a </a:t>
            </a:r>
            <a:r>
              <a:rPr lang="en-IE" sz="2800" i="1" dirty="0"/>
              <a:t>Sort</a:t>
            </a:r>
            <a:r>
              <a:rPr lang="en-IE" sz="2800" dirty="0"/>
              <a:t> folder. </a:t>
            </a:r>
          </a:p>
          <a:p>
            <a:endParaRPr lang="en-IE" sz="2800" dirty="0"/>
          </a:p>
          <a:p>
            <a:r>
              <a:rPr lang="en-IE" sz="2800" dirty="0"/>
              <a:t>To use this code we need to tell package where code is situated.</a:t>
            </a:r>
          </a:p>
        </p:txBody>
      </p:sp>
    </p:spTree>
    <p:extLst>
      <p:ext uri="{BB962C8B-B14F-4D97-AF65-F5344CB8AC3E}">
        <p14:creationId xmlns:p14="http://schemas.microsoft.com/office/powerpoint/2010/main" val="3200991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517662" y="657491"/>
            <a:ext cx="7735614" cy="641131"/>
          </a:xfrm>
        </p:spPr>
        <p:txBody>
          <a:bodyPr>
            <a:normAutofit fontScale="90000"/>
          </a:bodyPr>
          <a:lstStyle/>
          <a:p>
            <a:br>
              <a:rPr lang="en-IE" b="1" dirty="0"/>
            </a:br>
            <a:br>
              <a:rPr lang="en-IE" dirty="0"/>
            </a:br>
            <a:r>
              <a:rPr lang="en-IE" b="1" dirty="0"/>
              <a:t>Updating package.yaml 2/2</a:t>
            </a:r>
            <a:endParaRPr lang="en-US" dirty="0">
              <a:latin typeface="Arial Black" charset="0"/>
            </a:endParaRPr>
          </a:p>
        </p:txBody>
      </p:sp>
      <p:sp>
        <p:nvSpPr>
          <p:cNvPr id="18433" name="Slide Number Placeholder 2"/>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D286D825-E0DF-5745-B974-FAB56676A060}" type="slidenum">
              <a:rPr lang="en-US" sz="1400"/>
              <a:pPr/>
              <a:t>11</a:t>
            </a:fld>
            <a:endParaRPr lang="en-US" sz="1400"/>
          </a:p>
        </p:txBody>
      </p:sp>
      <p:sp>
        <p:nvSpPr>
          <p:cNvPr id="3" name="TextBox 2">
            <a:extLst>
              <a:ext uri="{FF2B5EF4-FFF2-40B4-BE49-F238E27FC236}">
                <a16:creationId xmlns:a16="http://schemas.microsoft.com/office/drawing/2014/main" id="{BDD9F49B-201D-7E44-A3A3-BA86DE58C5C8}"/>
              </a:ext>
            </a:extLst>
          </p:cNvPr>
          <p:cNvSpPr txBox="1"/>
          <p:nvPr/>
        </p:nvSpPr>
        <p:spPr>
          <a:xfrm>
            <a:off x="517662" y="1994785"/>
            <a:ext cx="10788870" cy="5109091"/>
          </a:xfrm>
          <a:prstGeom prst="rect">
            <a:avLst/>
          </a:prstGeom>
          <a:noFill/>
        </p:spPr>
        <p:txBody>
          <a:bodyPr wrap="square" rtlCol="0">
            <a:spAutoFit/>
          </a:bodyPr>
          <a:lstStyle/>
          <a:p>
            <a:r>
              <a:rPr lang="en-IE" sz="2800" dirty="0"/>
              <a:t>2.  Writing Haskell programs will involve using using </a:t>
            </a:r>
          </a:p>
          <a:p>
            <a:r>
              <a:rPr lang="en-IE" sz="2800" dirty="0"/>
              <a:t>standard Haskell packages.  We update package.yaml to include any packages we need  (these are the dependencies)</a:t>
            </a:r>
          </a:p>
          <a:p>
            <a:endParaRPr lang="en-IE" sz="2800" dirty="0"/>
          </a:p>
          <a:p>
            <a:r>
              <a:rPr lang="en-IE" sz="2800" dirty="0"/>
              <a:t>Stack helps us to manage these dependencies by: </a:t>
            </a:r>
          </a:p>
          <a:p>
            <a:pPr marL="457200" indent="-457200">
              <a:buFont typeface="Arial" panose="020B0604020202020204" pitchFamily="34" charset="0"/>
              <a:buChar char="•"/>
            </a:pPr>
            <a:r>
              <a:rPr lang="en-IE" sz="2400" dirty="0"/>
              <a:t>Downloading a particular version (as defined in package.yaml) of a package</a:t>
            </a:r>
          </a:p>
          <a:p>
            <a:pPr marL="457200" indent="-457200">
              <a:buFont typeface="Arial" panose="020B0604020202020204" pitchFamily="34" charset="0"/>
              <a:buChar char="•"/>
            </a:pPr>
            <a:r>
              <a:rPr lang="en-IE" sz="2400" dirty="0"/>
              <a:t>Once the dependency is mentioned in package.yaml, Stack takes care of the rest. (downloads, installs etc) </a:t>
            </a:r>
          </a:p>
          <a:p>
            <a:pPr marL="457200" indent="-457200">
              <a:buFont typeface="Arial" panose="020B0604020202020204" pitchFamily="34" charset="0"/>
              <a:buChar char="•"/>
            </a:pPr>
            <a:r>
              <a:rPr lang="en-IE" sz="2400" dirty="0"/>
              <a:t>This project will use this snapshot of the package from now on so  once the program works once(with this version of the package), it will not need to be updated because of those packages being changed. </a:t>
            </a:r>
          </a:p>
          <a:p>
            <a:endParaRPr lang="en-IE" dirty="0"/>
          </a:p>
        </p:txBody>
      </p:sp>
    </p:spTree>
    <p:extLst>
      <p:ext uri="{BB962C8B-B14F-4D97-AF65-F5344CB8AC3E}">
        <p14:creationId xmlns:p14="http://schemas.microsoft.com/office/powerpoint/2010/main" val="3081272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801483" y="753228"/>
            <a:ext cx="7772400" cy="685800"/>
          </a:xfrm>
        </p:spPr>
        <p:txBody>
          <a:bodyPr/>
          <a:lstStyle/>
          <a:p>
            <a:r>
              <a:rPr lang="en-US" dirty="0">
                <a:latin typeface="Arial Black" charset="0"/>
              </a:rPr>
              <a:t>Labs</a:t>
            </a:r>
          </a:p>
        </p:txBody>
      </p:sp>
      <p:sp>
        <p:nvSpPr>
          <p:cNvPr id="18433" name="Slide Number Placeholder 2"/>
          <p:cNvSpPr>
            <a:spLocks noGrp="1"/>
          </p:cNvSpPr>
          <p:nvPr>
            <p:ph type="sldNum" sz="quarter" idx="12"/>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fld id="{D286D825-E0DF-5745-B974-FAB56676A060}" type="slidenum">
              <a:rPr lang="en-US" sz="1400"/>
              <a:pPr/>
              <a:t>12</a:t>
            </a:fld>
            <a:endParaRPr lang="en-US" sz="1400"/>
          </a:p>
        </p:txBody>
      </p:sp>
      <p:sp>
        <p:nvSpPr>
          <p:cNvPr id="18435" name="Text Box 3"/>
          <p:cNvSpPr txBox="1">
            <a:spLocks noChangeArrowheads="1"/>
          </p:cNvSpPr>
          <p:nvPr/>
        </p:nvSpPr>
        <p:spPr bwMode="auto">
          <a:xfrm>
            <a:off x="584063" y="2417135"/>
            <a:ext cx="10207239" cy="39703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sq">
                <a:solidFill>
                  <a:srgbClr val="000000"/>
                </a:solidFill>
                <a:miter lim="800000"/>
                <a:headEnd/>
                <a:tailEnd/>
              </a14:hiddenLine>
            </a:ext>
          </a:extLst>
        </p:spPr>
        <p:txBody>
          <a:bodyPr wrap="square" anchor="ctr">
            <a:spAutoFit/>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pPr marL="457200" indent="-457200">
              <a:buFont typeface="Arial" panose="020B0604020202020204" pitchFamily="34" charset="0"/>
              <a:buChar char="•"/>
            </a:pPr>
            <a:r>
              <a:rPr lang="en-US" dirty="0"/>
              <a:t>During the labs, you will see how to use an outside  package (‘split’) and create our own library code.</a:t>
            </a:r>
          </a:p>
          <a:p>
            <a:pPr marL="457200" indent="-457200">
              <a:buFont typeface="Arial" panose="020B0604020202020204" pitchFamily="34" charset="0"/>
              <a:buChar char="•"/>
            </a:pPr>
            <a:r>
              <a:rPr lang="en-US" dirty="0"/>
              <a:t>We will see how to to make ‘split’ available to our code</a:t>
            </a:r>
          </a:p>
          <a:p>
            <a:pPr marL="457200" indent="-457200">
              <a:buFont typeface="Arial" panose="020B0604020202020204" pitchFamily="34" charset="0"/>
              <a:buChar char="•"/>
            </a:pPr>
            <a:r>
              <a:rPr lang="en-US" dirty="0"/>
              <a:t>We will see how to structure our code to be used in the ‘driver’/’app’ code</a:t>
            </a:r>
          </a:p>
          <a:p>
            <a:pPr marL="457200" indent="-457200">
              <a:buFont typeface="Arial" panose="020B0604020202020204" pitchFamily="34" charset="0"/>
              <a:buChar char="•"/>
            </a:pPr>
            <a:r>
              <a:rPr lang="en-US" dirty="0"/>
              <a:t>We will rewrite the app code (from the default code) to use our library code</a:t>
            </a:r>
          </a:p>
          <a:p>
            <a:pPr marL="457200" indent="-457200">
              <a:buFont typeface="Arial" panose="020B0604020202020204" pitchFamily="34" charset="0"/>
              <a:buChar char="•"/>
            </a:pPr>
            <a:endParaRPr lang="en-US" dirty="0"/>
          </a:p>
          <a:p>
            <a:pPr marL="457200" indent="-457200">
              <a:buFont typeface="Arial" panose="020B0604020202020204" pitchFamily="34" charset="0"/>
              <a:buChar char="•"/>
            </a:pPr>
            <a:endParaRPr lang="en-US" dirty="0"/>
          </a:p>
        </p:txBody>
      </p:sp>
    </p:spTree>
    <p:extLst>
      <p:ext uri="{BB962C8B-B14F-4D97-AF65-F5344CB8AC3E}">
        <p14:creationId xmlns:p14="http://schemas.microsoft.com/office/powerpoint/2010/main" val="701756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 calcmode="lin" valueType="num">
                                      <p:cBhvr additive="base">
                                        <p:cTn id="7" dur="500" fill="hold"/>
                                        <p:tgtEl>
                                          <p:spTgt spid="184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84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8435">
                                            <p:txEl>
                                              <p:pRg st="1" end="1"/>
                                            </p:txEl>
                                          </p:spTgt>
                                        </p:tgtEl>
                                        <p:attrNameLst>
                                          <p:attrName>style.visibility</p:attrName>
                                        </p:attrNameLst>
                                      </p:cBhvr>
                                      <p:to>
                                        <p:strVal val="visible"/>
                                      </p:to>
                                    </p:set>
                                    <p:anim calcmode="lin" valueType="num">
                                      <p:cBhvr additive="base">
                                        <p:cTn id="13" dur="500" fill="hold"/>
                                        <p:tgtEl>
                                          <p:spTgt spid="1843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843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8435">
                                            <p:txEl>
                                              <p:pRg st="2" end="2"/>
                                            </p:txEl>
                                          </p:spTgt>
                                        </p:tgtEl>
                                        <p:attrNameLst>
                                          <p:attrName>style.visibility</p:attrName>
                                        </p:attrNameLst>
                                      </p:cBhvr>
                                      <p:to>
                                        <p:strVal val="visible"/>
                                      </p:to>
                                    </p:set>
                                    <p:anim calcmode="lin" valueType="num">
                                      <p:cBhvr additive="base">
                                        <p:cTn id="19" dur="500" fill="hold"/>
                                        <p:tgtEl>
                                          <p:spTgt spid="18435">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843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8435">
                                            <p:txEl>
                                              <p:pRg st="3" end="3"/>
                                            </p:txEl>
                                          </p:spTgt>
                                        </p:tgtEl>
                                        <p:attrNameLst>
                                          <p:attrName>style.visibility</p:attrName>
                                        </p:attrNameLst>
                                      </p:cBhvr>
                                      <p:to>
                                        <p:strVal val="visible"/>
                                      </p:to>
                                    </p:set>
                                    <p:anim calcmode="lin" valueType="num">
                                      <p:cBhvr additive="base">
                                        <p:cTn id="25" dur="500" fill="hold"/>
                                        <p:tgtEl>
                                          <p:spTgt spid="18435">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843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41" descr="Text&#10;&#10;Description automatically generated">
            <a:extLst>
              <a:ext uri="{FF2B5EF4-FFF2-40B4-BE49-F238E27FC236}">
                <a16:creationId xmlns:a16="http://schemas.microsoft.com/office/drawing/2014/main" id="{2C6DED11-E24C-1747-9B8B-24AF63DEAB2F}"/>
              </a:ext>
            </a:extLst>
          </p:cNvPr>
          <p:cNvPicPr>
            <a:picLocks noChangeAspect="1"/>
          </p:cNvPicPr>
          <p:nvPr/>
        </p:nvPicPr>
        <p:blipFill>
          <a:blip r:embed="rId2"/>
          <a:stretch>
            <a:fillRect/>
          </a:stretch>
        </p:blipFill>
        <p:spPr>
          <a:xfrm>
            <a:off x="429913" y="412669"/>
            <a:ext cx="10144269" cy="6032661"/>
          </a:xfrm>
          <a:prstGeom prst="rect">
            <a:avLst/>
          </a:prstGeom>
          <a:solidFill>
            <a:srgbClr val="FFC000"/>
          </a:solidFill>
        </p:spPr>
      </p:pic>
      <p:sp>
        <p:nvSpPr>
          <p:cNvPr id="16385" name="Slide Number Placeholder 2"/>
          <p:cNvSpPr>
            <a:spLocks noGrp="1"/>
          </p:cNvSpPr>
          <p:nvPr>
            <p:ph type="sldNum" sz="quarter" idx="12"/>
          </p:nvPr>
        </p:nvSpPr>
        <p:spPr>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nchor="t">
            <a:normAutofit/>
          </a:bodyPr>
          <a:lstStyle>
            <a:lvl1pPr>
              <a:defRPr sz="2800">
                <a:solidFill>
                  <a:schemeClr val="tx1"/>
                </a:solidFill>
                <a:latin typeface="Tahoma" charset="0"/>
                <a:ea typeface="ＭＳ Ｐゴシック" charset="0"/>
                <a:cs typeface="ＭＳ Ｐゴシック" charset="0"/>
              </a:defRPr>
            </a:lvl1pPr>
            <a:lvl2pPr marL="742950" indent="-285750">
              <a:defRPr sz="2800">
                <a:solidFill>
                  <a:schemeClr val="tx1"/>
                </a:solidFill>
                <a:latin typeface="Tahoma" charset="0"/>
                <a:ea typeface="ＭＳ Ｐゴシック" charset="0"/>
              </a:defRPr>
            </a:lvl2pPr>
            <a:lvl3pPr marL="1143000" indent="-228600">
              <a:defRPr sz="2800">
                <a:solidFill>
                  <a:schemeClr val="tx1"/>
                </a:solidFill>
                <a:latin typeface="Tahoma" charset="0"/>
                <a:ea typeface="ＭＳ Ｐゴシック" charset="0"/>
              </a:defRPr>
            </a:lvl3pPr>
            <a:lvl4pPr marL="1600200" indent="-228600">
              <a:defRPr sz="2800">
                <a:solidFill>
                  <a:schemeClr val="tx1"/>
                </a:solidFill>
                <a:latin typeface="Tahoma" charset="0"/>
                <a:ea typeface="ＭＳ Ｐゴシック" charset="0"/>
              </a:defRPr>
            </a:lvl4pPr>
            <a:lvl5pPr marL="2057400" indent="-228600">
              <a:defRPr sz="2800">
                <a:solidFill>
                  <a:schemeClr val="tx1"/>
                </a:solidFill>
                <a:latin typeface="Tahoma" charset="0"/>
                <a:ea typeface="ＭＳ Ｐゴシック" charset="0"/>
              </a:defRPr>
            </a:lvl5pPr>
            <a:lvl6pPr marL="2514600" indent="-228600" eaLnBrk="0" fontAlgn="base" hangingPunct="0">
              <a:spcBef>
                <a:spcPct val="0"/>
              </a:spcBef>
              <a:spcAft>
                <a:spcPct val="0"/>
              </a:spcAft>
              <a:defRPr sz="2800">
                <a:solidFill>
                  <a:schemeClr val="tx1"/>
                </a:solidFill>
                <a:latin typeface="Tahoma" charset="0"/>
                <a:ea typeface="ＭＳ Ｐゴシック" charset="0"/>
              </a:defRPr>
            </a:lvl6pPr>
            <a:lvl7pPr marL="2971800" indent="-228600" eaLnBrk="0" fontAlgn="base" hangingPunct="0">
              <a:spcBef>
                <a:spcPct val="0"/>
              </a:spcBef>
              <a:spcAft>
                <a:spcPct val="0"/>
              </a:spcAft>
              <a:defRPr sz="2800">
                <a:solidFill>
                  <a:schemeClr val="tx1"/>
                </a:solidFill>
                <a:latin typeface="Tahoma" charset="0"/>
                <a:ea typeface="ＭＳ Ｐゴシック" charset="0"/>
              </a:defRPr>
            </a:lvl7pPr>
            <a:lvl8pPr marL="3429000" indent="-228600" eaLnBrk="0" fontAlgn="base" hangingPunct="0">
              <a:spcBef>
                <a:spcPct val="0"/>
              </a:spcBef>
              <a:spcAft>
                <a:spcPct val="0"/>
              </a:spcAft>
              <a:defRPr sz="2800">
                <a:solidFill>
                  <a:schemeClr val="tx1"/>
                </a:solidFill>
                <a:latin typeface="Tahoma" charset="0"/>
                <a:ea typeface="ＭＳ Ｐゴシック" charset="0"/>
              </a:defRPr>
            </a:lvl8pPr>
            <a:lvl9pPr marL="3886200" indent="-228600" eaLnBrk="0" fontAlgn="base" hangingPunct="0">
              <a:spcBef>
                <a:spcPct val="0"/>
              </a:spcBef>
              <a:spcAft>
                <a:spcPct val="0"/>
              </a:spcAft>
              <a:defRPr sz="2800">
                <a:solidFill>
                  <a:schemeClr val="tx1"/>
                </a:solidFill>
                <a:latin typeface="Tahoma" charset="0"/>
                <a:ea typeface="ＭＳ Ｐゴシック" charset="0"/>
              </a:defRPr>
            </a:lvl9pPr>
          </a:lstStyle>
          <a:p>
            <a:pPr>
              <a:spcAft>
                <a:spcPts val="600"/>
              </a:spcAft>
            </a:pPr>
            <a:fld id="{CC73A6B6-49ED-C641-8D95-0A84FA800C15}" type="slidenum">
              <a:rPr lang="en-US" sz="1400"/>
              <a:pPr>
                <a:spcAft>
                  <a:spcPts val="600"/>
                </a:spcAft>
              </a:pPr>
              <a:t>13</a:t>
            </a:fld>
            <a:endParaRPr lang="en-US" sz="1400"/>
          </a:p>
        </p:txBody>
      </p:sp>
    </p:spTree>
    <p:extLst>
      <p:ext uri="{BB962C8B-B14F-4D97-AF65-F5344CB8AC3E}">
        <p14:creationId xmlns:p14="http://schemas.microsoft.com/office/powerpoint/2010/main" val="1396909586"/>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1F8094"/>
      </a:dk2>
      <a:lt2>
        <a:srgbClr val="E7E6E6"/>
      </a:lt2>
      <a:accent1>
        <a:srgbClr val="39CDE7"/>
      </a:accent1>
      <a:accent2>
        <a:srgbClr val="60DE72"/>
      </a:accent2>
      <a:accent3>
        <a:srgbClr val="DDCC64"/>
      </a:accent3>
      <a:accent4>
        <a:srgbClr val="F49D50"/>
      </a:accent4>
      <a:accent5>
        <a:srgbClr val="E44951"/>
      </a:accent5>
      <a:accent6>
        <a:srgbClr val="D666F9"/>
      </a:accent6>
      <a:hlink>
        <a:srgbClr val="4BF7ED"/>
      </a:hlink>
      <a:folHlink>
        <a:srgbClr val="95E9F4"/>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92000"/>
                <a:satMod val="200000"/>
                <a:lumMod val="128000"/>
              </a:schemeClr>
            </a:gs>
            <a:gs pos="50000">
              <a:schemeClr val="phClr">
                <a:shade val="100000"/>
                <a:hueMod val="100000"/>
                <a:satMod val="110000"/>
                <a:lumMod val="130000"/>
              </a:schemeClr>
            </a:gs>
            <a:gs pos="100000">
              <a:schemeClr val="phClr">
                <a:shade val="78000"/>
                <a:hueMod val="118000"/>
                <a:satMod val="12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7DC10E3-4FF5-456B-A359-A0F378C1E5FB}"/>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a-functions</Template>
  <TotalTime>1731</TotalTime>
  <Words>606</Words>
  <Application>Microsoft Macintosh PowerPoint</Application>
  <PresentationFormat>Widescreen</PresentationFormat>
  <Paragraphs>83</Paragraphs>
  <Slides>14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Arial Black</vt:lpstr>
      <vt:lpstr>Calibri</vt:lpstr>
      <vt:lpstr>Tahoma</vt:lpstr>
      <vt:lpstr>Times New Roman</vt:lpstr>
      <vt:lpstr>Trebuchet MS</vt:lpstr>
      <vt:lpstr>Wingdings</vt:lpstr>
      <vt:lpstr>Berlin</vt:lpstr>
      <vt:lpstr>PowerPoint Presentation</vt:lpstr>
      <vt:lpstr>What is Stack?</vt:lpstr>
      <vt:lpstr>What is Stack? - installation</vt:lpstr>
      <vt:lpstr>What is Stack? - structure</vt:lpstr>
      <vt:lpstr>Using Stack   1/3</vt:lpstr>
      <vt:lpstr>Using Stack 2/3 </vt:lpstr>
      <vt:lpstr>Using Stack 3/3  </vt:lpstr>
      <vt:lpstr>Where is everything in Stack structure? </vt:lpstr>
      <vt:lpstr>properties.yaml - contents</vt:lpstr>
      <vt:lpstr>Workflow of Stack</vt:lpstr>
      <vt:lpstr>  Updating package.yaml  1/2</vt:lpstr>
      <vt:lpstr>  Updating package.yaml 2/2</vt:lpstr>
      <vt:lpstr>Labs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Mairead Meagher</dc:creator>
  <cp:lastModifiedBy>Mairead Meagher</cp:lastModifiedBy>
  <cp:revision>43</cp:revision>
  <cp:lastPrinted>2001-01-23T09:38:59Z</cp:lastPrinted>
  <dcterms:created xsi:type="dcterms:W3CDTF">2021-03-06T09:00:25Z</dcterms:created>
  <dcterms:modified xsi:type="dcterms:W3CDTF">2026-02-19T16:50:49Z</dcterms:modified>
</cp:coreProperties>
</file>