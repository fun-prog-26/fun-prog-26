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trictFirstAndLastChars="0" saveSubsetFonts="1" autoCompressPictures="0">
  <p:sldMasterIdLst>
    <p:sldMasterId id="2147483789" r:id="rId1"/>
  </p:sldMasterIdLst>
  <p:notesMasterIdLst>
    <p:notesMasterId r:id="rId16"/>
  </p:notesMasterIdLst>
  <p:handoutMasterIdLst>
    <p:handoutMasterId r:id="rId17"/>
  </p:handoutMasterIdLst>
  <p:sldIdLst>
    <p:sldId id="319" r:id="rId2"/>
    <p:sldId id="278" r:id="rId3"/>
    <p:sldId id="328" r:id="rId4"/>
    <p:sldId id="326" r:id="rId5"/>
    <p:sldId id="329" r:id="rId6"/>
    <p:sldId id="330" r:id="rId7"/>
    <p:sldId id="331" r:id="rId8"/>
    <p:sldId id="332" r:id="rId9"/>
    <p:sldId id="310" r:id="rId10"/>
    <p:sldId id="327" r:id="rId11"/>
    <p:sldId id="320" r:id="rId12"/>
    <p:sldId id="333" r:id="rId13"/>
    <p:sldId id="321" r:id="rId14"/>
    <p:sldId id="343" r:id="rId15"/>
  </p:sldIdLst>
  <p:sldSz cx="12192000" cy="6858000"/>
  <p:notesSz cx="7089775" cy="10218738"/>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15:guide id="1" orient="horz" pos="3218">
          <p15:clr>
            <a:srgbClr val="A4A3A4"/>
          </p15:clr>
        </p15:guide>
        <p15:guide id="2" pos="2233">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prnWhat="handouts6" clrMode="bw" frameSlides="1"/>
  <p:showPr showNarration="1">
    <p:browse/>
    <p:sldAll/>
    <p:penClr>
      <a:schemeClr val="tx1"/>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008000"/>
    <a:srgbClr val="FF0000"/>
    <a:srgbClr val="99FFCC"/>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7074"/>
    <p:restoredTop sz="96327"/>
  </p:normalViewPr>
  <p:slideViewPr>
    <p:cSldViewPr snapToGrid="0">
      <p:cViewPr varScale="1">
        <p:scale>
          <a:sx n="107" d="100"/>
          <a:sy n="107" d="100"/>
        </p:scale>
        <p:origin x="192" y="672"/>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50" d="100"/>
        <a:sy n="150" d="100"/>
      </p:scale>
      <p:origin x="0" y="0"/>
    </p:cViewPr>
  </p:sorterViewPr>
  <p:notesViewPr>
    <p:cSldViewPr snapToGrid="0">
      <p:cViewPr varScale="1">
        <p:scale>
          <a:sx n="52" d="100"/>
          <a:sy n="52" d="100"/>
        </p:scale>
        <p:origin x="-1866" y="-78"/>
      </p:cViewPr>
      <p:guideLst>
        <p:guide orient="horz" pos="3218"/>
        <p:guide pos="2233"/>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handoutMaster" Target="handoutMasters/handoutMaster1.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6562" name="Rectangle 2"/>
          <p:cNvSpPr>
            <a:spLocks noGrp="1" noChangeArrowheads="1"/>
          </p:cNvSpPr>
          <p:nvPr>
            <p:ph type="hdr" sz="quarter"/>
          </p:nvPr>
        </p:nvSpPr>
        <p:spPr bwMode="auto">
          <a:xfrm>
            <a:off x="0" y="0"/>
            <a:ext cx="3071813" cy="511175"/>
          </a:xfrm>
          <a:prstGeom prst="rect">
            <a:avLst/>
          </a:prstGeom>
          <a:noFill/>
          <a:ln>
            <a:noFill/>
          </a:ln>
          <a:effectLst/>
        </p:spPr>
        <p:txBody>
          <a:bodyPr vert="horz" wrap="square" lIns="98902" tIns="49451" rIns="98902" bIns="49451" numCol="1" anchor="t" anchorCtr="0" compatLnSpc="1">
            <a:prstTxWarp prst="textNoShape">
              <a:avLst/>
            </a:prstTxWarp>
          </a:bodyPr>
          <a:lstStyle>
            <a:lvl1pPr defTabSz="989013">
              <a:defRPr sz="1300">
                <a:latin typeface="Tahoma" charset="0"/>
                <a:ea typeface="ＭＳ Ｐゴシック" charset="0"/>
                <a:cs typeface="+mn-cs"/>
              </a:defRPr>
            </a:lvl1pPr>
          </a:lstStyle>
          <a:p>
            <a:pPr>
              <a:defRPr/>
            </a:pPr>
            <a:endParaRPr lang="en-US"/>
          </a:p>
        </p:txBody>
      </p:sp>
      <p:sp>
        <p:nvSpPr>
          <p:cNvPr id="66563" name="Rectangle 3"/>
          <p:cNvSpPr>
            <a:spLocks noGrp="1" noChangeArrowheads="1"/>
          </p:cNvSpPr>
          <p:nvPr>
            <p:ph type="dt" sz="quarter" idx="1"/>
          </p:nvPr>
        </p:nvSpPr>
        <p:spPr bwMode="auto">
          <a:xfrm>
            <a:off x="4017963" y="0"/>
            <a:ext cx="3071812" cy="511175"/>
          </a:xfrm>
          <a:prstGeom prst="rect">
            <a:avLst/>
          </a:prstGeom>
          <a:noFill/>
          <a:ln>
            <a:noFill/>
          </a:ln>
          <a:effectLst/>
        </p:spPr>
        <p:txBody>
          <a:bodyPr vert="horz" wrap="square" lIns="98902" tIns="49451" rIns="98902" bIns="49451" numCol="1" anchor="t" anchorCtr="0" compatLnSpc="1">
            <a:prstTxWarp prst="textNoShape">
              <a:avLst/>
            </a:prstTxWarp>
          </a:bodyPr>
          <a:lstStyle>
            <a:lvl1pPr algn="r" defTabSz="989013">
              <a:defRPr sz="1300">
                <a:latin typeface="Tahoma" charset="0"/>
                <a:ea typeface="ＭＳ Ｐゴシック" charset="0"/>
                <a:cs typeface="+mn-cs"/>
              </a:defRPr>
            </a:lvl1pPr>
          </a:lstStyle>
          <a:p>
            <a:pPr>
              <a:defRPr/>
            </a:pPr>
            <a:endParaRPr lang="en-US"/>
          </a:p>
        </p:txBody>
      </p:sp>
      <p:sp>
        <p:nvSpPr>
          <p:cNvPr id="66564" name="Rectangle 4"/>
          <p:cNvSpPr>
            <a:spLocks noGrp="1" noChangeArrowheads="1"/>
          </p:cNvSpPr>
          <p:nvPr>
            <p:ph type="ftr" sz="quarter" idx="2"/>
          </p:nvPr>
        </p:nvSpPr>
        <p:spPr bwMode="auto">
          <a:xfrm>
            <a:off x="0" y="9707563"/>
            <a:ext cx="3071813" cy="511175"/>
          </a:xfrm>
          <a:prstGeom prst="rect">
            <a:avLst/>
          </a:prstGeom>
          <a:noFill/>
          <a:ln>
            <a:noFill/>
          </a:ln>
          <a:effectLst/>
        </p:spPr>
        <p:txBody>
          <a:bodyPr vert="horz" wrap="square" lIns="98902" tIns="49451" rIns="98902" bIns="49451" numCol="1" anchor="b" anchorCtr="0" compatLnSpc="1">
            <a:prstTxWarp prst="textNoShape">
              <a:avLst/>
            </a:prstTxWarp>
          </a:bodyPr>
          <a:lstStyle>
            <a:lvl1pPr defTabSz="989013">
              <a:defRPr sz="1300">
                <a:latin typeface="Tahoma" charset="0"/>
                <a:ea typeface="ＭＳ Ｐゴシック" charset="0"/>
                <a:cs typeface="+mn-cs"/>
              </a:defRPr>
            </a:lvl1pPr>
          </a:lstStyle>
          <a:p>
            <a:pPr>
              <a:defRPr/>
            </a:pPr>
            <a:endParaRPr lang="en-US"/>
          </a:p>
        </p:txBody>
      </p:sp>
      <p:sp>
        <p:nvSpPr>
          <p:cNvPr id="66565" name="Rectangle 5"/>
          <p:cNvSpPr>
            <a:spLocks noGrp="1" noChangeArrowheads="1"/>
          </p:cNvSpPr>
          <p:nvPr>
            <p:ph type="sldNum" sz="quarter" idx="3"/>
          </p:nvPr>
        </p:nvSpPr>
        <p:spPr bwMode="auto">
          <a:xfrm>
            <a:off x="4017963" y="9707563"/>
            <a:ext cx="3071812" cy="511175"/>
          </a:xfrm>
          <a:prstGeom prst="rect">
            <a:avLst/>
          </a:prstGeom>
          <a:noFill/>
          <a:ln>
            <a:noFill/>
          </a:ln>
          <a:effectLst/>
        </p:spPr>
        <p:txBody>
          <a:bodyPr vert="horz" wrap="square" lIns="98902" tIns="49451" rIns="98902" bIns="49451" numCol="1" anchor="b" anchorCtr="0" compatLnSpc="1">
            <a:prstTxWarp prst="textNoShape">
              <a:avLst/>
            </a:prstTxWarp>
          </a:bodyPr>
          <a:lstStyle>
            <a:lvl1pPr algn="r" defTabSz="989013">
              <a:defRPr sz="1300"/>
            </a:lvl1pPr>
          </a:lstStyle>
          <a:p>
            <a:pPr>
              <a:defRPr/>
            </a:pPr>
            <a:fld id="{E739CC59-873E-FF43-BEA1-C0C74234B5A3}" type="slidenum">
              <a:rPr lang="en-US"/>
              <a:pPr>
                <a:defRPr/>
              </a:pPr>
              <a:t>‹#›</a:t>
            </a:fld>
            <a:endParaRPr lang="en-US"/>
          </a:p>
        </p:txBody>
      </p:sp>
    </p:spTree>
    <p:extLst>
      <p:ext uri="{BB962C8B-B14F-4D97-AF65-F5344CB8AC3E}">
        <p14:creationId xmlns:p14="http://schemas.microsoft.com/office/powerpoint/2010/main" val="346169269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2162" name="Rectangle 4098"/>
          <p:cNvSpPr>
            <a:spLocks noGrp="1" noChangeArrowheads="1"/>
          </p:cNvSpPr>
          <p:nvPr>
            <p:ph type="hdr" sz="quarter"/>
          </p:nvPr>
        </p:nvSpPr>
        <p:spPr bwMode="auto">
          <a:xfrm>
            <a:off x="0" y="0"/>
            <a:ext cx="3048000" cy="533400"/>
          </a:xfrm>
          <a:prstGeom prst="rect">
            <a:avLst/>
          </a:prstGeom>
          <a:noFill/>
          <a:ln>
            <a:noFill/>
          </a:ln>
          <a:effectLst/>
        </p:spPr>
        <p:txBody>
          <a:bodyPr vert="horz" wrap="square" lIns="91440" tIns="45720" rIns="91440" bIns="45720" numCol="1" anchor="t" anchorCtr="0" compatLnSpc="1">
            <a:prstTxWarp prst="textNoShape">
              <a:avLst/>
            </a:prstTxWarp>
          </a:bodyPr>
          <a:lstStyle>
            <a:lvl1pPr>
              <a:defRPr sz="1200">
                <a:latin typeface="Tahoma" charset="0"/>
                <a:ea typeface="ＭＳ Ｐゴシック" charset="0"/>
                <a:cs typeface="+mn-cs"/>
              </a:defRPr>
            </a:lvl1pPr>
          </a:lstStyle>
          <a:p>
            <a:pPr>
              <a:defRPr/>
            </a:pPr>
            <a:endParaRPr lang="en-US"/>
          </a:p>
        </p:txBody>
      </p:sp>
      <p:sp>
        <p:nvSpPr>
          <p:cNvPr id="92163" name="Rectangle 4099"/>
          <p:cNvSpPr>
            <a:spLocks noGrp="1" noChangeArrowheads="1"/>
          </p:cNvSpPr>
          <p:nvPr>
            <p:ph type="dt" idx="1"/>
          </p:nvPr>
        </p:nvSpPr>
        <p:spPr bwMode="auto">
          <a:xfrm>
            <a:off x="4038600" y="0"/>
            <a:ext cx="3048000" cy="533400"/>
          </a:xfrm>
          <a:prstGeom prst="rect">
            <a:avLst/>
          </a:prstGeom>
          <a:noFill/>
          <a:ln>
            <a:noFill/>
          </a:ln>
          <a:effectLst/>
        </p:spPr>
        <p:txBody>
          <a:bodyPr vert="horz" wrap="square" lIns="91440" tIns="45720" rIns="91440" bIns="45720" numCol="1" anchor="t" anchorCtr="0" compatLnSpc="1">
            <a:prstTxWarp prst="textNoShape">
              <a:avLst/>
            </a:prstTxWarp>
          </a:bodyPr>
          <a:lstStyle>
            <a:lvl1pPr algn="r">
              <a:defRPr sz="1200">
                <a:latin typeface="Tahoma" charset="0"/>
                <a:ea typeface="ＭＳ Ｐゴシック" charset="0"/>
                <a:cs typeface="+mn-cs"/>
              </a:defRPr>
            </a:lvl1pPr>
          </a:lstStyle>
          <a:p>
            <a:pPr>
              <a:defRPr/>
            </a:pPr>
            <a:endParaRPr lang="en-US"/>
          </a:p>
        </p:txBody>
      </p:sp>
      <p:sp>
        <p:nvSpPr>
          <p:cNvPr id="14340" name="Rectangle 4100"/>
          <p:cNvSpPr>
            <a:spLocks noGrp="1" noRot="1" noChangeAspect="1" noChangeArrowheads="1" noTextEdit="1"/>
          </p:cNvSpPr>
          <p:nvPr>
            <p:ph type="sldImg" idx="2"/>
          </p:nvPr>
        </p:nvSpPr>
        <p:spPr bwMode="auto">
          <a:xfrm>
            <a:off x="195263" y="762000"/>
            <a:ext cx="6772275" cy="3810000"/>
          </a:xfrm>
          <a:prstGeom prst="rect">
            <a:avLst/>
          </a:prstGeom>
          <a:noFill/>
          <a:ln w="9525">
            <a:solidFill>
              <a:srgbClr val="000000"/>
            </a:solidFill>
            <a:miter lim="800000"/>
            <a:headEnd/>
            <a:tailEnd/>
          </a:ln>
          <a:extLst>
            <a:ext uri="{909E8E84-426E-40dd-AFC4-6F175D3DCCD1}">
              <a14:hiddenFill xmlns="" xmlns:a14="http://schemas.microsoft.com/office/drawing/2010/main">
                <a:solidFill>
                  <a:srgbClr val="FFFFFF"/>
                </a:solidFill>
              </a14:hiddenFill>
            </a:ext>
            <a:ext uri="{FAA26D3D-D897-4be2-8F04-BA451C77F1D7}">
              <ma14:placeholderFlag xmlns="" xmlns:ma14="http://schemas.microsoft.com/office/mac/drawingml/2011/main" val="1"/>
            </a:ext>
          </a:extLst>
        </p:spPr>
      </p:sp>
      <p:sp>
        <p:nvSpPr>
          <p:cNvPr id="92165" name="Rectangle 4101"/>
          <p:cNvSpPr>
            <a:spLocks noGrp="1" noChangeArrowheads="1"/>
          </p:cNvSpPr>
          <p:nvPr>
            <p:ph type="body" sz="quarter" idx="3"/>
          </p:nvPr>
        </p:nvSpPr>
        <p:spPr bwMode="auto">
          <a:xfrm>
            <a:off x="914400" y="4876800"/>
            <a:ext cx="5257800" cy="4572000"/>
          </a:xfrm>
          <a:prstGeom prst="rect">
            <a:avLst/>
          </a:prstGeom>
          <a:noFill/>
          <a:ln>
            <a:noFill/>
          </a:ln>
          <a:effectLst/>
        </p:spPr>
        <p:txBody>
          <a:bodyPr vert="horz" wrap="square" lIns="91440" tIns="45720" rIns="91440" bIns="45720"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92166" name="Rectangle 4102"/>
          <p:cNvSpPr>
            <a:spLocks noGrp="1" noChangeArrowheads="1"/>
          </p:cNvSpPr>
          <p:nvPr>
            <p:ph type="ftr" sz="quarter" idx="4"/>
          </p:nvPr>
        </p:nvSpPr>
        <p:spPr bwMode="auto">
          <a:xfrm>
            <a:off x="0" y="9677400"/>
            <a:ext cx="3048000" cy="533400"/>
          </a:xfrm>
          <a:prstGeom prst="rect">
            <a:avLst/>
          </a:prstGeom>
          <a:noFill/>
          <a:ln>
            <a:noFill/>
          </a:ln>
          <a:effectLst/>
        </p:spPr>
        <p:txBody>
          <a:bodyPr vert="horz" wrap="square" lIns="91440" tIns="45720" rIns="91440" bIns="45720" numCol="1" anchor="b" anchorCtr="0" compatLnSpc="1">
            <a:prstTxWarp prst="textNoShape">
              <a:avLst/>
            </a:prstTxWarp>
          </a:bodyPr>
          <a:lstStyle>
            <a:lvl1pPr>
              <a:defRPr sz="1200">
                <a:latin typeface="Tahoma" charset="0"/>
                <a:ea typeface="ＭＳ Ｐゴシック" charset="0"/>
                <a:cs typeface="+mn-cs"/>
              </a:defRPr>
            </a:lvl1pPr>
          </a:lstStyle>
          <a:p>
            <a:pPr>
              <a:defRPr/>
            </a:pPr>
            <a:endParaRPr lang="en-US"/>
          </a:p>
        </p:txBody>
      </p:sp>
      <p:sp>
        <p:nvSpPr>
          <p:cNvPr id="92167" name="Rectangle 4103"/>
          <p:cNvSpPr>
            <a:spLocks noGrp="1" noChangeArrowheads="1"/>
          </p:cNvSpPr>
          <p:nvPr>
            <p:ph type="sldNum" sz="quarter" idx="5"/>
          </p:nvPr>
        </p:nvSpPr>
        <p:spPr bwMode="auto">
          <a:xfrm>
            <a:off x="4038600" y="9677400"/>
            <a:ext cx="3048000" cy="533400"/>
          </a:xfrm>
          <a:prstGeom prst="rect">
            <a:avLst/>
          </a:prstGeom>
          <a:noFill/>
          <a:ln>
            <a:noFill/>
          </a:ln>
          <a:effectLst/>
        </p:spPr>
        <p:txBody>
          <a:bodyPr vert="horz" wrap="square" lIns="91440" tIns="45720" rIns="91440" bIns="45720" numCol="1" anchor="b" anchorCtr="0" compatLnSpc="1">
            <a:prstTxWarp prst="textNoShape">
              <a:avLst/>
            </a:prstTxWarp>
          </a:bodyPr>
          <a:lstStyle>
            <a:lvl1pPr algn="r">
              <a:defRPr sz="1200"/>
            </a:lvl1pPr>
          </a:lstStyle>
          <a:p>
            <a:pPr>
              <a:defRPr/>
            </a:pPr>
            <a:fld id="{B1348EA3-C290-8148-9528-44C1485A20A8}" type="slidenum">
              <a:rPr lang="en-US"/>
              <a:pPr>
                <a:defRPr/>
              </a:pPr>
              <a:t>‹#›</a:t>
            </a:fld>
            <a:endParaRPr lang="en-US"/>
          </a:p>
        </p:txBody>
      </p:sp>
    </p:spTree>
    <p:extLst>
      <p:ext uri="{BB962C8B-B14F-4D97-AF65-F5344CB8AC3E}">
        <p14:creationId xmlns:p14="http://schemas.microsoft.com/office/powerpoint/2010/main" val="1864044953"/>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kumimoji="1" sz="1200" kern="1200">
        <a:solidFill>
          <a:schemeClr val="tx1"/>
        </a:solidFill>
        <a:latin typeface="Times New Roman" charset="0"/>
        <a:ea typeface="ＭＳ Ｐゴシック" charset="0"/>
        <a:cs typeface="ＭＳ Ｐゴシック" charset="0"/>
      </a:defRPr>
    </a:lvl1pPr>
    <a:lvl2pPr marL="457200" algn="l" rtl="0" eaLnBrk="0" fontAlgn="base" hangingPunct="0">
      <a:spcBef>
        <a:spcPct val="30000"/>
      </a:spcBef>
      <a:spcAft>
        <a:spcPct val="0"/>
      </a:spcAft>
      <a:defRPr kumimoji="1" sz="1200" kern="1200">
        <a:solidFill>
          <a:schemeClr val="tx1"/>
        </a:solidFill>
        <a:latin typeface="Times New Roman" charset="0"/>
        <a:ea typeface="ＭＳ Ｐゴシック" charset="0"/>
        <a:cs typeface="+mn-cs"/>
      </a:defRPr>
    </a:lvl2pPr>
    <a:lvl3pPr marL="914400" algn="l" rtl="0" eaLnBrk="0" fontAlgn="base" hangingPunct="0">
      <a:spcBef>
        <a:spcPct val="30000"/>
      </a:spcBef>
      <a:spcAft>
        <a:spcPct val="0"/>
      </a:spcAft>
      <a:defRPr kumimoji="1" sz="1200" kern="1200">
        <a:solidFill>
          <a:schemeClr val="tx1"/>
        </a:solidFill>
        <a:latin typeface="Times New Roman" charset="0"/>
        <a:ea typeface="ＭＳ Ｐゴシック" charset="0"/>
        <a:cs typeface="+mn-cs"/>
      </a:defRPr>
    </a:lvl3pPr>
    <a:lvl4pPr marL="1371600" algn="l" rtl="0" eaLnBrk="0" fontAlgn="base" hangingPunct="0">
      <a:spcBef>
        <a:spcPct val="30000"/>
      </a:spcBef>
      <a:spcAft>
        <a:spcPct val="0"/>
      </a:spcAft>
      <a:defRPr kumimoji="1" sz="1200" kern="1200">
        <a:solidFill>
          <a:schemeClr val="tx1"/>
        </a:solidFill>
        <a:latin typeface="Times New Roman" charset="0"/>
        <a:ea typeface="ＭＳ Ｐゴシック" charset="0"/>
        <a:cs typeface="+mn-cs"/>
      </a:defRPr>
    </a:lvl4pPr>
    <a:lvl5pPr marL="1828800" algn="l" rtl="0" eaLnBrk="0" fontAlgn="base" hangingPunct="0">
      <a:spcBef>
        <a:spcPct val="30000"/>
      </a:spcBef>
      <a:spcAft>
        <a:spcPct val="0"/>
      </a:spcAft>
      <a:defRPr kumimoji="1" sz="1200" kern="1200">
        <a:solidFill>
          <a:schemeClr val="tx1"/>
        </a:solidFill>
        <a:latin typeface="Times New Roman" charset="0"/>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7" name="Picture 6"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4242851"/>
            <a:ext cx="8968084" cy="275942"/>
          </a:xfrm>
          <a:prstGeom prst="rect">
            <a:avLst/>
          </a:prstGeom>
        </p:spPr>
      </p:pic>
      <p:pic>
        <p:nvPicPr>
          <p:cNvPr id="8" name="Picture 7"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11717" y="4243845"/>
            <a:ext cx="3077108" cy="276940"/>
          </a:xfrm>
          <a:prstGeom prst="rect">
            <a:avLst/>
          </a:prstGeom>
        </p:spPr>
      </p:pic>
      <p:sp>
        <p:nvSpPr>
          <p:cNvPr id="9" name="Rectangle 8"/>
          <p:cNvSpPr/>
          <p:nvPr/>
        </p:nvSpPr>
        <p:spPr bwMode="ltGray">
          <a:xfrm>
            <a:off x="0" y="2590078"/>
            <a:ext cx="8968085" cy="1660332"/>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Rectangle 9"/>
          <p:cNvSpPr/>
          <p:nvPr/>
        </p:nvSpPr>
        <p:spPr>
          <a:xfrm>
            <a:off x="9111716" y="2590078"/>
            <a:ext cx="3077109" cy="166033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680322" y="2733709"/>
            <a:ext cx="8144135" cy="1373070"/>
          </a:xfrm>
        </p:spPr>
        <p:txBody>
          <a:bodyPr anchor="b">
            <a:noAutofit/>
          </a:bodyPr>
          <a:lstStyle>
            <a:lvl1pPr algn="r">
              <a:defRPr sz="4050"/>
            </a:lvl1pPr>
          </a:lstStyle>
          <a:p>
            <a:r>
              <a:rPr lang="en-GB"/>
              <a:t>Click to edit Master title style</a:t>
            </a:r>
            <a:endParaRPr lang="en-US" dirty="0"/>
          </a:p>
        </p:txBody>
      </p:sp>
      <p:sp>
        <p:nvSpPr>
          <p:cNvPr id="3" name="Subtitle 2"/>
          <p:cNvSpPr>
            <a:spLocks noGrp="1"/>
          </p:cNvSpPr>
          <p:nvPr>
            <p:ph type="subTitle" idx="1"/>
          </p:nvPr>
        </p:nvSpPr>
        <p:spPr>
          <a:xfrm>
            <a:off x="680322" y="4394041"/>
            <a:ext cx="8144135" cy="1117687"/>
          </a:xfrm>
        </p:spPr>
        <p:txBody>
          <a:bodyPr>
            <a:normAutofit/>
          </a:bodyPr>
          <a:lstStyle>
            <a:lvl1pPr marL="0" indent="0" algn="r">
              <a:buNone/>
              <a:defRPr sz="15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08B9EBBA-996F-894A-B54A-D6246ED52CEA}" type="datetimeFigureOut">
              <a:rPr lang="en-US" smtClean="0"/>
              <a:pPr/>
              <a:t>2/19/26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a:xfrm>
            <a:off x="9255347" y="2750337"/>
            <a:ext cx="1171888" cy="1356442"/>
          </a:xfrm>
        </p:spPr>
        <p:txBody>
          <a:bodyPr/>
          <a:lstStyle/>
          <a:p>
            <a:pPr>
              <a:defRPr/>
            </a:pPr>
            <a:fld id="{DAFFCA5D-7261-3E46-BCC0-8D44B9A657C0}" type="slidenum">
              <a:rPr lang="en-US" smtClean="0"/>
              <a:pPr>
                <a:defRPr/>
              </a:pPr>
              <a:t>‹#›</a:t>
            </a:fld>
            <a:endParaRPr lang="en-US"/>
          </a:p>
        </p:txBody>
      </p:sp>
    </p:spTree>
    <p:extLst>
      <p:ext uri="{BB962C8B-B14F-4D97-AF65-F5344CB8AC3E}">
        <p14:creationId xmlns:p14="http://schemas.microsoft.com/office/powerpoint/2010/main" val="1169533774"/>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15" name="Picture 14"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1970240"/>
            <a:ext cx="10437812" cy="321164"/>
          </a:xfrm>
          <a:prstGeom prst="rect">
            <a:avLst/>
          </a:prstGeom>
        </p:spPr>
      </p:pic>
      <p:pic>
        <p:nvPicPr>
          <p:cNvPr id="16" name="Picture 15"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1971234"/>
            <a:ext cx="1602997" cy="144270"/>
          </a:xfrm>
          <a:prstGeom prst="rect">
            <a:avLst/>
          </a:prstGeom>
        </p:spPr>
      </p:pic>
      <p:sp>
        <p:nvSpPr>
          <p:cNvPr id="17" name="Rectangle 16"/>
          <p:cNvSpPr/>
          <p:nvPr/>
        </p:nvSpPr>
        <p:spPr bwMode="ltGray">
          <a:xfrm>
            <a:off x="1"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8" name="Rectangle 17"/>
          <p:cNvSpPr/>
          <p:nvPr/>
        </p:nvSpPr>
        <p:spPr>
          <a:xfrm>
            <a:off x="10585828"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09B482E8-6E0E-1B4F-B1FD-C69DB9E858D9}" type="datetimeFigureOut">
              <a:rPr lang="en-US" smtClean="0"/>
              <a:pPr/>
              <a:t>2/19/26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pPr>
              <a:defRPr/>
            </a:pPr>
            <a:fld id="{F07A2AD6-D65D-AC4E-AA17-D4EE367446AB}" type="slidenum">
              <a:rPr lang="en-US" smtClean="0"/>
              <a:pPr>
                <a:defRPr/>
              </a:pPr>
              <a:t>‹#›</a:t>
            </a:fld>
            <a:endParaRPr lang="en-US"/>
          </a:p>
        </p:txBody>
      </p:sp>
    </p:spTree>
    <p:extLst>
      <p:ext uri="{BB962C8B-B14F-4D97-AF65-F5344CB8AC3E}">
        <p14:creationId xmlns:p14="http://schemas.microsoft.com/office/powerpoint/2010/main" val="42403306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7" name="Picture 6"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4086907"/>
            <a:ext cx="10437812" cy="321164"/>
          </a:xfrm>
          <a:prstGeom prst="rect">
            <a:avLst/>
          </a:prstGeom>
        </p:spPr>
      </p:pic>
      <p:pic>
        <p:nvPicPr>
          <p:cNvPr id="8" name="Picture 7"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4" y="4087901"/>
            <a:ext cx="1602997" cy="144270"/>
          </a:xfrm>
          <a:prstGeom prst="rect">
            <a:avLst/>
          </a:prstGeom>
        </p:spPr>
      </p:pic>
      <p:sp>
        <p:nvSpPr>
          <p:cNvPr id="9" name="Rectangle 8"/>
          <p:cNvSpPr/>
          <p:nvPr/>
        </p:nvSpPr>
        <p:spPr bwMode="ltGray">
          <a:xfrm>
            <a:off x="-2" y="2726267"/>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Rectangle 9"/>
          <p:cNvSpPr/>
          <p:nvPr/>
        </p:nvSpPr>
        <p:spPr>
          <a:xfrm>
            <a:off x="10585826" y="2726267"/>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2" y="2869895"/>
            <a:ext cx="9613860" cy="1090788"/>
          </a:xfrm>
        </p:spPr>
        <p:txBody>
          <a:bodyPr anchor="ctr">
            <a:normAutofit/>
          </a:bodyPr>
          <a:lstStyle>
            <a:lvl1pPr algn="r">
              <a:defRPr sz="2700"/>
            </a:lvl1pPr>
          </a:lstStyle>
          <a:p>
            <a:r>
              <a:rPr lang="en-GB"/>
              <a:t>Click to edit Master title style</a:t>
            </a:r>
            <a:endParaRPr lang="en-US" dirty="0"/>
          </a:p>
        </p:txBody>
      </p:sp>
      <p:sp>
        <p:nvSpPr>
          <p:cNvPr id="3" name="Text Placeholder 2"/>
          <p:cNvSpPr>
            <a:spLocks noGrp="1"/>
          </p:cNvSpPr>
          <p:nvPr>
            <p:ph type="body" idx="1"/>
          </p:nvPr>
        </p:nvSpPr>
        <p:spPr>
          <a:xfrm>
            <a:off x="680322" y="4232173"/>
            <a:ext cx="9613860" cy="1704017"/>
          </a:xfrm>
        </p:spPr>
        <p:txBody>
          <a:bodyPr>
            <a:normAutofit/>
          </a:bodyPr>
          <a:lstStyle>
            <a:lvl1pPr marL="0" indent="0" algn="r">
              <a:buNone/>
              <a:defRPr sz="15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DFA1846-DA80-1C48-A609-854EA85C59AD}" type="datetimeFigureOut">
              <a:rPr lang="en-US" smtClean="0"/>
              <a:pPr/>
              <a:t>2/19/26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a:xfrm>
            <a:off x="10729457" y="2869897"/>
            <a:ext cx="1154151" cy="1090789"/>
          </a:xfrm>
        </p:spPr>
        <p:txBody>
          <a:bodyPr/>
          <a:lstStyle/>
          <a:p>
            <a:pPr>
              <a:defRPr/>
            </a:pPr>
            <a:fld id="{C35C18D2-0C4F-1048-8791-EAC4D231C672}" type="slidenum">
              <a:rPr lang="en-US" smtClean="0"/>
              <a:pPr>
                <a:defRPr/>
              </a:pPr>
              <a:t>‹#›</a:t>
            </a:fld>
            <a:endParaRPr lang="en-US"/>
          </a:p>
        </p:txBody>
      </p:sp>
    </p:spTree>
    <p:extLst>
      <p:ext uri="{BB962C8B-B14F-4D97-AF65-F5344CB8AC3E}">
        <p14:creationId xmlns:p14="http://schemas.microsoft.com/office/powerpoint/2010/main" val="152202819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1970240"/>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1971234"/>
            <a:ext cx="1602997" cy="144270"/>
          </a:xfrm>
          <a:prstGeom prst="rect">
            <a:avLst/>
          </a:prstGeom>
        </p:spPr>
      </p:pic>
      <p:sp>
        <p:nvSpPr>
          <p:cNvPr id="10" name="Rectangle 9"/>
          <p:cNvSpPr/>
          <p:nvPr/>
        </p:nvSpPr>
        <p:spPr bwMode="ltGray">
          <a:xfrm>
            <a:off x="1"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8"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680321" y="2336873"/>
            <a:ext cx="4698359" cy="3599316"/>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5594123" y="2336873"/>
            <a:ext cx="4700059" cy="3599316"/>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09B482E8-6E0E-1B4F-B1FD-C69DB9E858D9}" type="datetimeFigureOut">
              <a:rPr lang="en-US" smtClean="0"/>
              <a:pPr/>
              <a:t>2/19/26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pPr>
              <a:defRPr/>
            </a:pPr>
            <a:fld id="{21CA77CA-13E0-A143-9FB5-3BE16FE492D4}" type="slidenum">
              <a:rPr lang="en-US" smtClean="0"/>
              <a:pPr>
                <a:defRPr/>
              </a:pPr>
              <a:t>‹#›</a:t>
            </a:fld>
            <a:endParaRPr lang="en-US"/>
          </a:p>
        </p:txBody>
      </p:sp>
    </p:spTree>
    <p:extLst>
      <p:ext uri="{BB962C8B-B14F-4D97-AF65-F5344CB8AC3E}">
        <p14:creationId xmlns:p14="http://schemas.microsoft.com/office/powerpoint/2010/main" val="15694305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0" name="Picture 9"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1970240"/>
            <a:ext cx="10437812" cy="321164"/>
          </a:xfrm>
          <a:prstGeom prst="rect">
            <a:avLst/>
          </a:prstGeom>
        </p:spPr>
      </p:pic>
      <p:pic>
        <p:nvPicPr>
          <p:cNvPr id="11" name="Picture 10"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1971234"/>
            <a:ext cx="1602997" cy="144270"/>
          </a:xfrm>
          <a:prstGeom prst="rect">
            <a:avLst/>
          </a:prstGeom>
        </p:spPr>
      </p:pic>
      <p:sp>
        <p:nvSpPr>
          <p:cNvPr id="12" name="Rectangle 11"/>
          <p:cNvSpPr/>
          <p:nvPr/>
        </p:nvSpPr>
        <p:spPr bwMode="ltGray">
          <a:xfrm>
            <a:off x="1"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3" name="Rectangle 12"/>
          <p:cNvSpPr/>
          <p:nvPr/>
        </p:nvSpPr>
        <p:spPr>
          <a:xfrm>
            <a:off x="10585828"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0" y="753231"/>
            <a:ext cx="9613863" cy="1080937"/>
          </a:xfrm>
        </p:spPr>
        <p:txBody>
          <a:bodyPr/>
          <a:lstStyle/>
          <a:p>
            <a:r>
              <a:rPr lang="en-GB"/>
              <a:t>Click to edit Master title style</a:t>
            </a:r>
            <a:endParaRPr lang="en-US" dirty="0"/>
          </a:p>
        </p:txBody>
      </p:sp>
      <p:sp>
        <p:nvSpPr>
          <p:cNvPr id="3" name="Text Placeholder 2"/>
          <p:cNvSpPr>
            <a:spLocks noGrp="1"/>
          </p:cNvSpPr>
          <p:nvPr>
            <p:ph type="body" idx="1"/>
          </p:nvPr>
        </p:nvSpPr>
        <p:spPr>
          <a:xfrm>
            <a:off x="906351" y="2336875"/>
            <a:ext cx="4472327" cy="69313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4" name="Content Placeholder 3"/>
          <p:cNvSpPr>
            <a:spLocks noGrp="1"/>
          </p:cNvSpPr>
          <p:nvPr>
            <p:ph sz="half" idx="2"/>
          </p:nvPr>
        </p:nvSpPr>
        <p:spPr>
          <a:xfrm>
            <a:off x="680323" y="3030010"/>
            <a:ext cx="4698355" cy="2906179"/>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5820155" y="2336873"/>
            <a:ext cx="4474028" cy="692076"/>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6" name="Content Placeholder 5"/>
          <p:cNvSpPr>
            <a:spLocks noGrp="1"/>
          </p:cNvSpPr>
          <p:nvPr>
            <p:ph sz="quarter" idx="4"/>
          </p:nvPr>
        </p:nvSpPr>
        <p:spPr>
          <a:xfrm>
            <a:off x="5594124" y="3030010"/>
            <a:ext cx="4700059" cy="2906179"/>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09B482E8-6E0E-1B4F-B1FD-C69DB9E858D9}" type="datetimeFigureOut">
              <a:rPr lang="en-US" smtClean="0"/>
              <a:pPr/>
              <a:t>2/19/26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pPr>
              <a:defRPr/>
            </a:pPr>
            <a:fld id="{6A7D068B-B1E1-A342-A203-AB047747FD7F}" type="slidenum">
              <a:rPr lang="en-US" smtClean="0"/>
              <a:pPr>
                <a:defRPr/>
              </a:pPr>
              <a:t>‹#›</a:t>
            </a:fld>
            <a:endParaRPr lang="en-US"/>
          </a:p>
        </p:txBody>
      </p:sp>
    </p:spTree>
    <p:extLst>
      <p:ext uri="{BB962C8B-B14F-4D97-AF65-F5344CB8AC3E}">
        <p14:creationId xmlns:p14="http://schemas.microsoft.com/office/powerpoint/2010/main" val="28284195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6" name="Picture 5"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1970240"/>
            <a:ext cx="10437812" cy="321164"/>
          </a:xfrm>
          <a:prstGeom prst="rect">
            <a:avLst/>
          </a:prstGeom>
        </p:spPr>
      </p:pic>
      <p:pic>
        <p:nvPicPr>
          <p:cNvPr id="7" name="Picture 6"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1971234"/>
            <a:ext cx="1602997" cy="144270"/>
          </a:xfrm>
          <a:prstGeom prst="rect">
            <a:avLst/>
          </a:prstGeom>
        </p:spPr>
      </p:pic>
      <p:sp>
        <p:nvSpPr>
          <p:cNvPr id="8" name="Rectangle 7"/>
          <p:cNvSpPr/>
          <p:nvPr/>
        </p:nvSpPr>
        <p:spPr bwMode="ltGray">
          <a:xfrm>
            <a:off x="1"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0585828"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F13A34C8-038E-2045-AF43-DF7DBB8E0E9E}" type="datetimeFigureOut">
              <a:rPr lang="en-US" smtClean="0"/>
              <a:pPr/>
              <a:t>2/19/26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pPr>
              <a:defRPr/>
            </a:pPr>
            <a:fld id="{A27C639F-D5FD-EE49-99EB-E8AA2038BC35}" type="slidenum">
              <a:rPr lang="en-US" smtClean="0"/>
              <a:pPr>
                <a:defRPr/>
              </a:pPr>
              <a:t>‹#›</a:t>
            </a:fld>
            <a:endParaRPr lang="en-US"/>
          </a:p>
        </p:txBody>
      </p:sp>
    </p:spTree>
    <p:extLst>
      <p:ext uri="{BB962C8B-B14F-4D97-AF65-F5344CB8AC3E}">
        <p14:creationId xmlns:p14="http://schemas.microsoft.com/office/powerpoint/2010/main" val="2469227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pic>
        <p:nvPicPr>
          <p:cNvPr id="5" name="Picture 4" descr="HD-ShadowShor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585827" y="1971234"/>
            <a:ext cx="1602997" cy="144270"/>
          </a:xfrm>
          <a:prstGeom prst="rect">
            <a:avLst/>
          </a:prstGeom>
        </p:spPr>
      </p:pic>
      <p:sp>
        <p:nvSpPr>
          <p:cNvPr id="6" name="Rectangle 5"/>
          <p:cNvSpPr/>
          <p:nvPr/>
        </p:nvSpPr>
        <p:spPr>
          <a:xfrm>
            <a:off x="10585828"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Date Placeholder 1"/>
          <p:cNvSpPr>
            <a:spLocks noGrp="1"/>
          </p:cNvSpPr>
          <p:nvPr>
            <p:ph type="dt" sz="half" idx="10"/>
          </p:nvPr>
        </p:nvSpPr>
        <p:spPr/>
        <p:txBody>
          <a:bodyPr/>
          <a:lstStyle/>
          <a:p>
            <a:fld id="{8818C68F-D26B-8F47-958C-23B49CF8A634}" type="datetimeFigureOut">
              <a:rPr lang="en-US" smtClean="0"/>
              <a:pPr/>
              <a:t>2/19/26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pPr>
              <a:defRPr/>
            </a:pPr>
            <a:fld id="{6413C257-A766-F845-8D87-0C6E24FBB088}" type="slidenum">
              <a:rPr lang="en-US" smtClean="0"/>
              <a:pPr>
                <a:defRPr/>
              </a:pPr>
              <a:t>‹#›</a:t>
            </a:fld>
            <a:endParaRPr lang="en-US"/>
          </a:p>
        </p:txBody>
      </p:sp>
    </p:spTree>
    <p:extLst>
      <p:ext uri="{BB962C8B-B14F-4D97-AF65-F5344CB8AC3E}">
        <p14:creationId xmlns:p14="http://schemas.microsoft.com/office/powerpoint/2010/main" val="12111982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1970240"/>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1971234"/>
            <a:ext cx="1602997" cy="144270"/>
          </a:xfrm>
          <a:prstGeom prst="rect">
            <a:avLst/>
          </a:prstGeom>
        </p:spPr>
      </p:pic>
      <p:sp>
        <p:nvSpPr>
          <p:cNvPr id="10" name="Rectangle 9"/>
          <p:cNvSpPr/>
          <p:nvPr/>
        </p:nvSpPr>
        <p:spPr bwMode="ltGray">
          <a:xfrm>
            <a:off x="1"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8"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1" y="753227"/>
            <a:ext cx="9613859" cy="1080940"/>
          </a:xfrm>
        </p:spPr>
        <p:txBody>
          <a:bodyPr anchor="ctr">
            <a:normAutofit/>
          </a:bodyPr>
          <a:lstStyle>
            <a:lvl1pPr>
              <a:defRPr sz="2700"/>
            </a:lvl1pPr>
          </a:lstStyle>
          <a:p>
            <a:r>
              <a:rPr lang="en-GB"/>
              <a:t>Click to edit Master title style</a:t>
            </a:r>
            <a:endParaRPr lang="en-US" dirty="0"/>
          </a:p>
        </p:txBody>
      </p:sp>
      <p:sp>
        <p:nvSpPr>
          <p:cNvPr id="3" name="Content Placeholder 2"/>
          <p:cNvSpPr>
            <a:spLocks noGrp="1"/>
          </p:cNvSpPr>
          <p:nvPr>
            <p:ph idx="1"/>
          </p:nvPr>
        </p:nvSpPr>
        <p:spPr>
          <a:xfrm>
            <a:off x="4685847" y="2336875"/>
            <a:ext cx="5608336" cy="3599313"/>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680322" y="2336874"/>
            <a:ext cx="3790079" cy="3599317"/>
          </a:xfrm>
        </p:spPr>
        <p:txBody>
          <a:bodyPr anchor="ct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a:t>Click to edit Master text styles</a:t>
            </a:r>
          </a:p>
        </p:txBody>
      </p:sp>
      <p:sp>
        <p:nvSpPr>
          <p:cNvPr id="5" name="Date Placeholder 4"/>
          <p:cNvSpPr>
            <a:spLocks noGrp="1"/>
          </p:cNvSpPr>
          <p:nvPr>
            <p:ph type="dt" sz="half" idx="10"/>
          </p:nvPr>
        </p:nvSpPr>
        <p:spPr/>
        <p:txBody>
          <a:bodyPr/>
          <a:lstStyle/>
          <a:p>
            <a:fld id="{09B482E8-6E0E-1B4F-B1FD-C69DB9E858D9}" type="datetimeFigureOut">
              <a:rPr lang="en-US" smtClean="0"/>
              <a:pPr/>
              <a:t>2/19/26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pPr>
              <a:defRPr/>
            </a:pPr>
            <a:fld id="{6C2E12D2-2E02-2549-8554-5CB9074C30A3}" type="slidenum">
              <a:rPr lang="en-US" smtClean="0"/>
              <a:pPr>
                <a:defRPr/>
              </a:pPr>
              <a:t>‹#›</a:t>
            </a:fld>
            <a:endParaRPr lang="en-US"/>
          </a:p>
        </p:txBody>
      </p:sp>
    </p:spTree>
    <p:extLst>
      <p:ext uri="{BB962C8B-B14F-4D97-AF65-F5344CB8AC3E}">
        <p14:creationId xmlns:p14="http://schemas.microsoft.com/office/powerpoint/2010/main" val="205011296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1970240"/>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1971234"/>
            <a:ext cx="1602997" cy="144270"/>
          </a:xfrm>
          <a:prstGeom prst="rect">
            <a:avLst/>
          </a:prstGeom>
        </p:spPr>
      </p:pic>
      <p:sp>
        <p:nvSpPr>
          <p:cNvPr id="10" name="Rectangle 9"/>
          <p:cNvSpPr/>
          <p:nvPr/>
        </p:nvSpPr>
        <p:spPr bwMode="ltGray">
          <a:xfrm>
            <a:off x="1"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8"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3" y="753228"/>
            <a:ext cx="9613857" cy="1080938"/>
          </a:xfrm>
        </p:spPr>
        <p:txBody>
          <a:bodyPr anchor="ctr">
            <a:normAutofit/>
          </a:bodyPr>
          <a:lstStyle>
            <a:lvl1pPr>
              <a:defRPr sz="2700"/>
            </a:lvl1pPr>
          </a:lstStyle>
          <a:p>
            <a:r>
              <a:rPr lang="en-GB"/>
              <a:t>Click to edit Master title style</a:t>
            </a:r>
            <a:endParaRPr lang="en-US" dirty="0"/>
          </a:p>
        </p:txBody>
      </p:sp>
      <p:sp>
        <p:nvSpPr>
          <p:cNvPr id="3" name="Picture Placeholder 2"/>
          <p:cNvSpPr>
            <a:spLocks noGrp="1" noChangeAspect="1"/>
          </p:cNvSpPr>
          <p:nvPr>
            <p:ph type="pic" idx="1"/>
          </p:nvPr>
        </p:nvSpPr>
        <p:spPr>
          <a:xfrm>
            <a:off x="4868334" y="2336874"/>
            <a:ext cx="5425849" cy="3599312"/>
          </a:xfrm>
          <a:noFill/>
          <a:ln>
            <a:noFill/>
          </a:ln>
          <a:effectLst>
            <a:outerShdw blurRad="76200" dist="63500" dir="5040000" algn="tl" rotWithShape="0">
              <a:srgbClr val="000000">
                <a:alpha val="41000"/>
              </a:srgbClr>
            </a:outerShdw>
          </a:effectLst>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GB"/>
              <a:t>Click icon to add picture</a:t>
            </a:r>
            <a:endParaRPr lang="en-US" dirty="0"/>
          </a:p>
        </p:txBody>
      </p:sp>
      <p:sp>
        <p:nvSpPr>
          <p:cNvPr id="4" name="Text Placeholder 3"/>
          <p:cNvSpPr>
            <a:spLocks noGrp="1"/>
          </p:cNvSpPr>
          <p:nvPr>
            <p:ph type="body" sz="half" idx="2"/>
          </p:nvPr>
        </p:nvSpPr>
        <p:spPr>
          <a:xfrm>
            <a:off x="680323" y="2336875"/>
            <a:ext cx="3876256" cy="3599315"/>
          </a:xfrm>
        </p:spPr>
        <p:txBody>
          <a:bodyPr anchor="ct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a:t>Click to edit Master text styles</a:t>
            </a:r>
          </a:p>
        </p:txBody>
      </p:sp>
      <p:sp>
        <p:nvSpPr>
          <p:cNvPr id="5" name="Date Placeholder 4"/>
          <p:cNvSpPr>
            <a:spLocks noGrp="1"/>
          </p:cNvSpPr>
          <p:nvPr>
            <p:ph type="dt" sz="half" idx="10"/>
          </p:nvPr>
        </p:nvSpPr>
        <p:spPr/>
        <p:txBody>
          <a:bodyPr/>
          <a:lstStyle/>
          <a:p>
            <a:fld id="{09B482E8-6E0E-1B4F-B1FD-C69DB9E858D9}" type="datetimeFigureOut">
              <a:rPr lang="en-US" smtClean="0"/>
              <a:pPr/>
              <a:t>2/19/26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pPr>
              <a:defRPr/>
            </a:pPr>
            <a:fld id="{FAB131DF-2DA6-134A-8D48-D9596DDC1ECA}" type="slidenum">
              <a:rPr lang="en-US" smtClean="0"/>
              <a:pPr>
                <a:defRPr/>
              </a:pPr>
              <a:t>‹#›</a:t>
            </a:fld>
            <a:endParaRPr lang="en-US"/>
          </a:p>
        </p:txBody>
      </p:sp>
    </p:spTree>
    <p:extLst>
      <p:ext uri="{BB962C8B-B14F-4D97-AF65-F5344CB8AC3E}">
        <p14:creationId xmlns:p14="http://schemas.microsoft.com/office/powerpoint/2010/main" val="2457761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5928628"/>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5929622"/>
            <a:ext cx="1602997" cy="144270"/>
          </a:xfrm>
          <a:prstGeom prst="rect">
            <a:avLst/>
          </a:prstGeom>
        </p:spPr>
      </p:pic>
      <p:sp>
        <p:nvSpPr>
          <p:cNvPr id="10" name="Rectangle 9"/>
          <p:cNvSpPr/>
          <p:nvPr/>
        </p:nvSpPr>
        <p:spPr bwMode="ltGray">
          <a:xfrm>
            <a:off x="1"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8"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2" y="4711618"/>
            <a:ext cx="9613859" cy="453051"/>
          </a:xfrm>
        </p:spPr>
        <p:txBody>
          <a:bodyPr anchor="b">
            <a:normAutofit/>
          </a:bodyPr>
          <a:lstStyle>
            <a:lvl1pPr>
              <a:defRPr sz="1800"/>
            </a:lvl1pPr>
          </a:lstStyle>
          <a:p>
            <a:r>
              <a:rPr lang="en-GB"/>
              <a:t>Click to edit Master title style</a:t>
            </a:r>
            <a:endParaRPr lang="en-US" dirty="0"/>
          </a:p>
        </p:txBody>
      </p:sp>
      <p:sp>
        <p:nvSpPr>
          <p:cNvPr id="3" name="Picture Placeholder 2"/>
          <p:cNvSpPr>
            <a:spLocks noGrp="1" noChangeAspect="1"/>
          </p:cNvSpPr>
          <p:nvPr>
            <p:ph type="pic" idx="1"/>
          </p:nvPr>
        </p:nvSpPr>
        <p:spPr>
          <a:xfrm>
            <a:off x="680322" y="609599"/>
            <a:ext cx="9613859" cy="3589575"/>
          </a:xfrm>
          <a:noFill/>
          <a:ln>
            <a:noFill/>
          </a:ln>
          <a:effectLst>
            <a:outerShdw blurRad="76200" dist="63500" dir="5040000" algn="tl" rotWithShape="0">
              <a:srgbClr val="000000">
                <a:alpha val="41000"/>
              </a:srgbClr>
            </a:outerShdw>
          </a:effectLst>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GB"/>
              <a:t>Click icon to add picture</a:t>
            </a:r>
            <a:endParaRPr lang="en-US" dirty="0"/>
          </a:p>
        </p:txBody>
      </p:sp>
      <p:sp>
        <p:nvSpPr>
          <p:cNvPr id="4" name="Text Placeholder 3"/>
          <p:cNvSpPr>
            <a:spLocks noGrp="1"/>
          </p:cNvSpPr>
          <p:nvPr>
            <p:ph type="body" sz="half" idx="2"/>
          </p:nvPr>
        </p:nvSpPr>
        <p:spPr>
          <a:xfrm>
            <a:off x="680319" y="5169585"/>
            <a:ext cx="9613863" cy="62297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a:t>Click to edit Master text styles</a:t>
            </a:r>
          </a:p>
        </p:txBody>
      </p:sp>
      <p:sp>
        <p:nvSpPr>
          <p:cNvPr id="5" name="Date Placeholder 4"/>
          <p:cNvSpPr>
            <a:spLocks noGrp="1"/>
          </p:cNvSpPr>
          <p:nvPr>
            <p:ph type="dt" sz="half" idx="10"/>
          </p:nvPr>
        </p:nvSpPr>
        <p:spPr/>
        <p:txBody>
          <a:bodyPr/>
          <a:lstStyle/>
          <a:p>
            <a:fld id="{09B482E8-6E0E-1B4F-B1FD-C69DB9E858D9}" type="datetimeFigureOut">
              <a:rPr lang="en-US" smtClean="0"/>
              <a:pPr/>
              <a:t>2/19/26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a:xfrm>
            <a:off x="10729457" y="4711311"/>
            <a:ext cx="1154151" cy="1090789"/>
          </a:xfrm>
        </p:spPr>
        <p:txBody>
          <a:bodyPr/>
          <a:lstStyle/>
          <a:p>
            <a:pPr>
              <a:defRPr/>
            </a:pPr>
            <a:fld id="{DAFFCA5D-7261-3E46-BCC0-8D44B9A657C0}" type="slidenum">
              <a:rPr lang="en-US" smtClean="0"/>
              <a:pPr>
                <a:defRPr/>
              </a:pPr>
              <a:t>‹#›</a:t>
            </a:fld>
            <a:endParaRPr lang="en-US"/>
          </a:p>
        </p:txBody>
      </p:sp>
    </p:spTree>
    <p:extLst>
      <p:ext uri="{BB962C8B-B14F-4D97-AF65-F5344CB8AC3E}">
        <p14:creationId xmlns:p14="http://schemas.microsoft.com/office/powerpoint/2010/main" val="2631867549"/>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5928628"/>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5929622"/>
            <a:ext cx="1602997" cy="144270"/>
          </a:xfrm>
          <a:prstGeom prst="rect">
            <a:avLst/>
          </a:prstGeom>
        </p:spPr>
      </p:pic>
      <p:sp>
        <p:nvSpPr>
          <p:cNvPr id="10" name="Rectangle 9"/>
          <p:cNvSpPr/>
          <p:nvPr/>
        </p:nvSpPr>
        <p:spPr bwMode="ltGray">
          <a:xfrm>
            <a:off x="1"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8"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1" y="609597"/>
            <a:ext cx="9613859" cy="3592750"/>
          </a:xfrm>
        </p:spPr>
        <p:txBody>
          <a:bodyPr anchor="ctr"/>
          <a:lstStyle>
            <a:lvl1pPr>
              <a:defRPr sz="2400"/>
            </a:lvl1pPr>
          </a:lstStyle>
          <a:p>
            <a:r>
              <a:rPr lang="en-GB"/>
              <a:t>Click to edit Master title style</a:t>
            </a:r>
            <a:endParaRPr lang="en-US" dirty="0"/>
          </a:p>
        </p:txBody>
      </p:sp>
      <p:sp>
        <p:nvSpPr>
          <p:cNvPr id="4" name="Text Placeholder 3"/>
          <p:cNvSpPr>
            <a:spLocks noGrp="1"/>
          </p:cNvSpPr>
          <p:nvPr>
            <p:ph type="body" sz="half" idx="2"/>
          </p:nvPr>
        </p:nvSpPr>
        <p:spPr>
          <a:xfrm>
            <a:off x="680322" y="4711617"/>
            <a:ext cx="9613859" cy="1090789"/>
          </a:xfrm>
        </p:spPr>
        <p:txBody>
          <a:bodyPr anchor="ct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a:t>Click to edit Master text styles</a:t>
            </a:r>
          </a:p>
        </p:txBody>
      </p:sp>
      <p:sp>
        <p:nvSpPr>
          <p:cNvPr id="5" name="Date Placeholder 4"/>
          <p:cNvSpPr>
            <a:spLocks noGrp="1"/>
          </p:cNvSpPr>
          <p:nvPr>
            <p:ph type="dt" sz="half" idx="10"/>
          </p:nvPr>
        </p:nvSpPr>
        <p:spPr/>
        <p:txBody>
          <a:bodyPr/>
          <a:lstStyle/>
          <a:p>
            <a:fld id="{09B482E8-6E0E-1B4F-B1FD-C69DB9E858D9}" type="datetimeFigureOut">
              <a:rPr lang="en-US" smtClean="0"/>
              <a:pPr/>
              <a:t>2/19/26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a:xfrm>
            <a:off x="10729457" y="4711617"/>
            <a:ext cx="1154151" cy="1090789"/>
          </a:xfrm>
        </p:spPr>
        <p:txBody>
          <a:bodyPr/>
          <a:lstStyle/>
          <a:p>
            <a:pPr>
              <a:defRPr/>
            </a:pPr>
            <a:fld id="{DAFFCA5D-7261-3E46-BCC0-8D44B9A657C0}" type="slidenum">
              <a:rPr lang="en-US" smtClean="0"/>
              <a:pPr>
                <a:defRPr/>
              </a:pPr>
              <a:t>‹#›</a:t>
            </a:fld>
            <a:endParaRPr lang="en-US"/>
          </a:p>
        </p:txBody>
      </p:sp>
    </p:spTree>
    <p:extLst>
      <p:ext uri="{BB962C8B-B14F-4D97-AF65-F5344CB8AC3E}">
        <p14:creationId xmlns:p14="http://schemas.microsoft.com/office/powerpoint/2010/main" val="327106168"/>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pic>
        <p:nvPicPr>
          <p:cNvPr id="11" name="Picture 10"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5928628"/>
            <a:ext cx="10437812" cy="321164"/>
          </a:xfrm>
          <a:prstGeom prst="rect">
            <a:avLst/>
          </a:prstGeom>
        </p:spPr>
      </p:pic>
      <p:pic>
        <p:nvPicPr>
          <p:cNvPr id="13" name="Picture 12"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5929622"/>
            <a:ext cx="1602997" cy="144270"/>
          </a:xfrm>
          <a:prstGeom prst="rect">
            <a:avLst/>
          </a:prstGeom>
        </p:spPr>
      </p:pic>
      <p:sp>
        <p:nvSpPr>
          <p:cNvPr id="14" name="Rectangle 13"/>
          <p:cNvSpPr/>
          <p:nvPr/>
        </p:nvSpPr>
        <p:spPr bwMode="ltGray">
          <a:xfrm>
            <a:off x="1"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Rectangle 14"/>
          <p:cNvSpPr/>
          <p:nvPr/>
        </p:nvSpPr>
        <p:spPr>
          <a:xfrm>
            <a:off x="10585828"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127856" y="609598"/>
            <a:ext cx="8718877" cy="3036061"/>
          </a:xfrm>
        </p:spPr>
        <p:txBody>
          <a:bodyPr anchor="ctr"/>
          <a:lstStyle>
            <a:lvl1pPr>
              <a:defRPr sz="2400"/>
            </a:lvl1pPr>
          </a:lstStyle>
          <a:p>
            <a:r>
              <a:rPr lang="en-GB"/>
              <a:t>Click to edit Master title style</a:t>
            </a:r>
            <a:endParaRPr lang="en-US" dirty="0"/>
          </a:p>
        </p:txBody>
      </p:sp>
      <p:sp>
        <p:nvSpPr>
          <p:cNvPr id="12" name="Text Placeholder 3"/>
          <p:cNvSpPr>
            <a:spLocks noGrp="1"/>
          </p:cNvSpPr>
          <p:nvPr>
            <p:ph type="body" sz="half" idx="13"/>
          </p:nvPr>
        </p:nvSpPr>
        <p:spPr>
          <a:xfrm>
            <a:off x="1402289" y="3653379"/>
            <a:ext cx="8156579" cy="548968"/>
          </a:xfrm>
        </p:spPr>
        <p:txBody>
          <a:bodyPr anchor="t">
            <a:normAutofit/>
          </a:bodyPr>
          <a:lstStyle>
            <a:lvl1pPr marL="0" indent="0">
              <a:buNone/>
              <a:defRPr sz="105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a:t>Click to edit Master text styles</a:t>
            </a:r>
          </a:p>
        </p:txBody>
      </p:sp>
      <p:sp>
        <p:nvSpPr>
          <p:cNvPr id="4" name="Text Placeholder 3"/>
          <p:cNvSpPr>
            <a:spLocks noGrp="1"/>
          </p:cNvSpPr>
          <p:nvPr>
            <p:ph type="body" sz="half" idx="2"/>
          </p:nvPr>
        </p:nvSpPr>
        <p:spPr>
          <a:xfrm>
            <a:off x="680322" y="4711617"/>
            <a:ext cx="9613859" cy="1090789"/>
          </a:xfrm>
        </p:spPr>
        <p:txBody>
          <a:bodyPr anchor="ctr">
            <a:normAutofit/>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a:t>Click to edit Master text styles</a:t>
            </a:r>
          </a:p>
        </p:txBody>
      </p:sp>
      <p:sp>
        <p:nvSpPr>
          <p:cNvPr id="5" name="Date Placeholder 4"/>
          <p:cNvSpPr>
            <a:spLocks noGrp="1"/>
          </p:cNvSpPr>
          <p:nvPr>
            <p:ph type="dt" sz="half" idx="10"/>
          </p:nvPr>
        </p:nvSpPr>
        <p:spPr/>
        <p:txBody>
          <a:bodyPr/>
          <a:lstStyle/>
          <a:p>
            <a:fld id="{09B482E8-6E0E-1B4F-B1FD-C69DB9E858D9}" type="datetimeFigureOut">
              <a:rPr lang="en-US" smtClean="0"/>
              <a:pPr/>
              <a:t>2/19/26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a:xfrm>
            <a:off x="10729457" y="4709927"/>
            <a:ext cx="1154151" cy="1090789"/>
          </a:xfrm>
        </p:spPr>
        <p:txBody>
          <a:bodyPr/>
          <a:lstStyle/>
          <a:p>
            <a:pPr>
              <a:defRPr/>
            </a:pPr>
            <a:fld id="{DAFFCA5D-7261-3E46-BCC0-8D44B9A657C0}" type="slidenum">
              <a:rPr lang="en-US" smtClean="0"/>
              <a:pPr>
                <a:defRPr/>
              </a:pPr>
              <a:t>‹#›</a:t>
            </a:fld>
            <a:endParaRPr lang="en-US"/>
          </a:p>
        </p:txBody>
      </p:sp>
      <p:sp>
        <p:nvSpPr>
          <p:cNvPr id="16" name="TextBox 15"/>
          <p:cNvSpPr txBox="1"/>
          <p:nvPr/>
        </p:nvSpPr>
        <p:spPr>
          <a:xfrm>
            <a:off x="583572" y="748116"/>
            <a:ext cx="609600" cy="584776"/>
          </a:xfrm>
          <a:prstGeom prst="rect">
            <a:avLst/>
          </a:prstGeom>
        </p:spPr>
        <p:txBody>
          <a:bodyPr vert="horz" lIns="68580" tIns="34290" rIns="68580" bIns="3429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5400" dirty="0">
                <a:solidFill>
                  <a:schemeClr val="tx1"/>
                </a:solidFill>
                <a:effectLst/>
              </a:rPr>
              <a:t>“</a:t>
            </a:r>
          </a:p>
        </p:txBody>
      </p:sp>
      <p:sp>
        <p:nvSpPr>
          <p:cNvPr id="17" name="TextBox 16"/>
          <p:cNvSpPr txBox="1"/>
          <p:nvPr/>
        </p:nvSpPr>
        <p:spPr>
          <a:xfrm>
            <a:off x="9662809" y="3033524"/>
            <a:ext cx="609600" cy="584776"/>
          </a:xfrm>
          <a:prstGeom prst="rect">
            <a:avLst/>
          </a:prstGeom>
        </p:spPr>
        <p:txBody>
          <a:bodyPr vert="horz" lIns="68580" tIns="34290" rIns="68580" bIns="3429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5400" dirty="0">
                <a:solidFill>
                  <a:schemeClr val="tx1"/>
                </a:solidFill>
                <a:effectLst/>
              </a:rPr>
              <a:t>”</a:t>
            </a:r>
          </a:p>
        </p:txBody>
      </p:sp>
    </p:spTree>
    <p:extLst>
      <p:ext uri="{BB962C8B-B14F-4D97-AF65-F5344CB8AC3E}">
        <p14:creationId xmlns:p14="http://schemas.microsoft.com/office/powerpoint/2010/main" val="3187302809"/>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pic>
        <p:nvPicPr>
          <p:cNvPr id="9" name="Picture 8"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5928628"/>
            <a:ext cx="10437812" cy="321164"/>
          </a:xfrm>
          <a:prstGeom prst="rect">
            <a:avLst/>
          </a:prstGeom>
        </p:spPr>
      </p:pic>
      <p:pic>
        <p:nvPicPr>
          <p:cNvPr id="10" name="Picture 9"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5929622"/>
            <a:ext cx="1602997" cy="144270"/>
          </a:xfrm>
          <a:prstGeom prst="rect">
            <a:avLst/>
          </a:prstGeom>
        </p:spPr>
      </p:pic>
      <p:sp>
        <p:nvSpPr>
          <p:cNvPr id="11" name="Rectangle 10"/>
          <p:cNvSpPr/>
          <p:nvPr/>
        </p:nvSpPr>
        <p:spPr bwMode="ltGray">
          <a:xfrm>
            <a:off x="1"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2" name="Rectangle 11"/>
          <p:cNvSpPr/>
          <p:nvPr/>
        </p:nvSpPr>
        <p:spPr>
          <a:xfrm>
            <a:off x="10585828"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19" y="4711617"/>
            <a:ext cx="9613863" cy="588535"/>
          </a:xfrm>
        </p:spPr>
        <p:txBody>
          <a:bodyPr anchor="b"/>
          <a:lstStyle>
            <a:lvl1pPr>
              <a:defRPr sz="2400"/>
            </a:lvl1pPr>
          </a:lstStyle>
          <a:p>
            <a:r>
              <a:rPr lang="en-GB"/>
              <a:t>Click to edit Master title style</a:t>
            </a:r>
            <a:endParaRPr lang="en-US" dirty="0"/>
          </a:p>
        </p:txBody>
      </p:sp>
      <p:sp>
        <p:nvSpPr>
          <p:cNvPr id="4" name="Text Placeholder 3"/>
          <p:cNvSpPr>
            <a:spLocks noGrp="1"/>
          </p:cNvSpPr>
          <p:nvPr>
            <p:ph type="body" sz="half" idx="2"/>
          </p:nvPr>
        </p:nvSpPr>
        <p:spPr>
          <a:xfrm>
            <a:off x="680320" y="5300151"/>
            <a:ext cx="9613863" cy="502255"/>
          </a:xfrm>
        </p:spPr>
        <p:txBody>
          <a:bodyPr anchor="t"/>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a:t>Click to edit Master text styles</a:t>
            </a:r>
          </a:p>
        </p:txBody>
      </p:sp>
      <p:sp>
        <p:nvSpPr>
          <p:cNvPr id="5" name="Date Placeholder 4"/>
          <p:cNvSpPr>
            <a:spLocks noGrp="1"/>
          </p:cNvSpPr>
          <p:nvPr>
            <p:ph type="dt" sz="half" idx="10"/>
          </p:nvPr>
        </p:nvSpPr>
        <p:spPr/>
        <p:txBody>
          <a:bodyPr/>
          <a:lstStyle/>
          <a:p>
            <a:fld id="{09B482E8-6E0E-1B4F-B1FD-C69DB9E858D9}" type="datetimeFigureOut">
              <a:rPr lang="en-US" smtClean="0"/>
              <a:pPr/>
              <a:t>2/19/26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a:xfrm>
            <a:off x="10729457" y="4709927"/>
            <a:ext cx="1154151" cy="1090789"/>
          </a:xfrm>
        </p:spPr>
        <p:txBody>
          <a:bodyPr/>
          <a:lstStyle/>
          <a:p>
            <a:pPr>
              <a:defRPr/>
            </a:pPr>
            <a:fld id="{DAFFCA5D-7261-3E46-BCC0-8D44B9A657C0}" type="slidenum">
              <a:rPr lang="en-US" smtClean="0"/>
              <a:pPr>
                <a:defRPr/>
              </a:pPr>
              <a:t>‹#›</a:t>
            </a:fld>
            <a:endParaRPr lang="en-US"/>
          </a:p>
        </p:txBody>
      </p:sp>
    </p:spTree>
    <p:extLst>
      <p:ext uri="{BB962C8B-B14F-4D97-AF65-F5344CB8AC3E}">
        <p14:creationId xmlns:p14="http://schemas.microsoft.com/office/powerpoint/2010/main" val="4164703748"/>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pic>
        <p:nvPicPr>
          <p:cNvPr id="13" name="Picture 12"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1970240"/>
            <a:ext cx="10437812" cy="321164"/>
          </a:xfrm>
          <a:prstGeom prst="rect">
            <a:avLst/>
          </a:prstGeom>
        </p:spPr>
      </p:pic>
      <p:pic>
        <p:nvPicPr>
          <p:cNvPr id="14" name="Picture 13"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1971234"/>
            <a:ext cx="1602997" cy="144270"/>
          </a:xfrm>
          <a:prstGeom prst="rect">
            <a:avLst/>
          </a:prstGeom>
        </p:spPr>
      </p:pic>
      <p:sp>
        <p:nvSpPr>
          <p:cNvPr id="16" name="Rectangle 15"/>
          <p:cNvSpPr/>
          <p:nvPr/>
        </p:nvSpPr>
        <p:spPr bwMode="ltGray">
          <a:xfrm>
            <a:off x="1"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7" name="Rectangle 16"/>
          <p:cNvSpPr/>
          <p:nvPr/>
        </p:nvSpPr>
        <p:spPr>
          <a:xfrm>
            <a:off x="10585828"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Title 1"/>
          <p:cNvSpPr>
            <a:spLocks noGrp="1"/>
          </p:cNvSpPr>
          <p:nvPr>
            <p:ph type="title"/>
          </p:nvPr>
        </p:nvSpPr>
        <p:spPr>
          <a:xfrm>
            <a:off x="669221" y="753228"/>
            <a:ext cx="9624960" cy="1080938"/>
          </a:xfrm>
        </p:spPr>
        <p:txBody>
          <a:bodyPr/>
          <a:lstStyle/>
          <a:p>
            <a:r>
              <a:rPr lang="en-GB"/>
              <a:t>Click to edit Master title style</a:t>
            </a:r>
            <a:endParaRPr lang="en-US" dirty="0"/>
          </a:p>
        </p:txBody>
      </p:sp>
      <p:sp>
        <p:nvSpPr>
          <p:cNvPr id="7" name="Text Placeholder 2"/>
          <p:cNvSpPr>
            <a:spLocks noGrp="1"/>
          </p:cNvSpPr>
          <p:nvPr>
            <p:ph type="body" idx="1"/>
          </p:nvPr>
        </p:nvSpPr>
        <p:spPr>
          <a:xfrm>
            <a:off x="660945" y="2336873"/>
            <a:ext cx="3070035" cy="576262"/>
          </a:xfrm>
        </p:spPr>
        <p:txBody>
          <a:bodyPr anchor="b">
            <a:noAutofit/>
          </a:bodyPr>
          <a:lstStyle>
            <a:lvl1pPr marL="0" indent="0">
              <a:buNone/>
              <a:defRPr sz="180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8" name="Text Placeholder 3"/>
          <p:cNvSpPr>
            <a:spLocks noGrp="1"/>
          </p:cNvSpPr>
          <p:nvPr>
            <p:ph type="body" sz="half" idx="15"/>
          </p:nvPr>
        </p:nvSpPr>
        <p:spPr>
          <a:xfrm>
            <a:off x="680322" y="3022674"/>
            <a:ext cx="3049703" cy="2913513"/>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GB"/>
              <a:t>Click to edit Master text styles</a:t>
            </a:r>
          </a:p>
        </p:txBody>
      </p:sp>
      <p:sp>
        <p:nvSpPr>
          <p:cNvPr id="9" name="Text Placeholder 4"/>
          <p:cNvSpPr>
            <a:spLocks noGrp="1"/>
          </p:cNvSpPr>
          <p:nvPr>
            <p:ph type="body" sz="quarter" idx="3"/>
          </p:nvPr>
        </p:nvSpPr>
        <p:spPr>
          <a:xfrm>
            <a:off x="3956025" y="2336873"/>
            <a:ext cx="3063240" cy="576262"/>
          </a:xfrm>
        </p:spPr>
        <p:txBody>
          <a:bodyPr anchor="b">
            <a:noAutofit/>
          </a:bodyPr>
          <a:lstStyle>
            <a:lvl1pPr marL="0" indent="0">
              <a:buNone/>
              <a:defRPr sz="180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10" name="Text Placeholder 3"/>
          <p:cNvSpPr>
            <a:spLocks noGrp="1"/>
          </p:cNvSpPr>
          <p:nvPr>
            <p:ph type="body" sz="half" idx="16"/>
          </p:nvPr>
        </p:nvSpPr>
        <p:spPr>
          <a:xfrm>
            <a:off x="3945471" y="3022674"/>
            <a:ext cx="3063240" cy="2913513"/>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GB"/>
              <a:t>Click to edit Master text styles</a:t>
            </a:r>
          </a:p>
        </p:txBody>
      </p:sp>
      <p:sp>
        <p:nvSpPr>
          <p:cNvPr id="11" name="Text Placeholder 4"/>
          <p:cNvSpPr>
            <a:spLocks noGrp="1"/>
          </p:cNvSpPr>
          <p:nvPr>
            <p:ph type="body" sz="quarter" idx="13"/>
          </p:nvPr>
        </p:nvSpPr>
        <p:spPr>
          <a:xfrm>
            <a:off x="7224157" y="2336873"/>
            <a:ext cx="3070025" cy="576262"/>
          </a:xfrm>
        </p:spPr>
        <p:txBody>
          <a:bodyPr anchor="b">
            <a:noAutofit/>
          </a:bodyPr>
          <a:lstStyle>
            <a:lvl1pPr marL="0" indent="0">
              <a:buNone/>
              <a:defRPr sz="180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12" name="Text Placeholder 3"/>
          <p:cNvSpPr>
            <a:spLocks noGrp="1"/>
          </p:cNvSpPr>
          <p:nvPr>
            <p:ph type="body" sz="half" idx="17"/>
          </p:nvPr>
        </p:nvSpPr>
        <p:spPr>
          <a:xfrm>
            <a:off x="7224157" y="3022674"/>
            <a:ext cx="3070025" cy="2913513"/>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GB"/>
              <a:t>Click to edit Master text styles</a:t>
            </a:r>
          </a:p>
        </p:txBody>
      </p:sp>
      <p:sp>
        <p:nvSpPr>
          <p:cNvPr id="3" name="Date Placeholder 2"/>
          <p:cNvSpPr>
            <a:spLocks noGrp="1"/>
          </p:cNvSpPr>
          <p:nvPr>
            <p:ph type="dt" sz="half" idx="10"/>
          </p:nvPr>
        </p:nvSpPr>
        <p:spPr/>
        <p:txBody>
          <a:bodyPr/>
          <a:lstStyle/>
          <a:p>
            <a:fld id="{09B482E8-6E0E-1B4F-B1FD-C69DB9E858D9}" type="datetimeFigureOut">
              <a:rPr lang="en-US" smtClean="0"/>
              <a:pPr/>
              <a:t>2/19/26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pPr>
              <a:defRPr/>
            </a:pPr>
            <a:fld id="{DAFFCA5D-7261-3E46-BCC0-8D44B9A657C0}" type="slidenum">
              <a:rPr lang="en-US" smtClean="0"/>
              <a:pPr>
                <a:defRPr/>
              </a:pPr>
              <a:t>‹#›</a:t>
            </a:fld>
            <a:endParaRPr lang="en-US"/>
          </a:p>
        </p:txBody>
      </p:sp>
    </p:spTree>
    <p:extLst>
      <p:ext uri="{BB962C8B-B14F-4D97-AF65-F5344CB8AC3E}">
        <p14:creationId xmlns:p14="http://schemas.microsoft.com/office/powerpoint/2010/main" val="1419102131"/>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15" name="Picture 14"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1970240"/>
            <a:ext cx="10437812" cy="321164"/>
          </a:xfrm>
          <a:prstGeom prst="rect">
            <a:avLst/>
          </a:prstGeom>
        </p:spPr>
      </p:pic>
      <p:pic>
        <p:nvPicPr>
          <p:cNvPr id="16" name="Picture 15"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1971234"/>
            <a:ext cx="1602997" cy="144270"/>
          </a:xfrm>
          <a:prstGeom prst="rect">
            <a:avLst/>
          </a:prstGeom>
        </p:spPr>
      </p:pic>
      <p:sp>
        <p:nvSpPr>
          <p:cNvPr id="17" name="Rectangle 16"/>
          <p:cNvSpPr/>
          <p:nvPr/>
        </p:nvSpPr>
        <p:spPr bwMode="ltGray">
          <a:xfrm>
            <a:off x="1"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8" name="Rectangle 17"/>
          <p:cNvSpPr/>
          <p:nvPr/>
        </p:nvSpPr>
        <p:spPr>
          <a:xfrm>
            <a:off x="10585828"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30" name="Title 1"/>
          <p:cNvSpPr>
            <a:spLocks noGrp="1"/>
          </p:cNvSpPr>
          <p:nvPr>
            <p:ph type="title"/>
          </p:nvPr>
        </p:nvSpPr>
        <p:spPr>
          <a:xfrm>
            <a:off x="680322" y="753228"/>
            <a:ext cx="9613860" cy="1080938"/>
          </a:xfrm>
        </p:spPr>
        <p:txBody>
          <a:bodyPr/>
          <a:lstStyle/>
          <a:p>
            <a:r>
              <a:rPr lang="en-GB"/>
              <a:t>Click to edit Master title style</a:t>
            </a:r>
            <a:endParaRPr lang="en-US" dirty="0"/>
          </a:p>
        </p:txBody>
      </p:sp>
      <p:sp>
        <p:nvSpPr>
          <p:cNvPr id="19" name="Text Placeholder 2"/>
          <p:cNvSpPr>
            <a:spLocks noGrp="1"/>
          </p:cNvSpPr>
          <p:nvPr>
            <p:ph type="body" idx="1"/>
          </p:nvPr>
        </p:nvSpPr>
        <p:spPr>
          <a:xfrm>
            <a:off x="680320" y="4297503"/>
            <a:ext cx="3049705" cy="576262"/>
          </a:xfrm>
        </p:spPr>
        <p:txBody>
          <a:bodyPr anchor="b">
            <a:noAutofit/>
          </a:bodyPr>
          <a:lstStyle>
            <a:lvl1pPr marL="0" indent="0">
              <a:buNone/>
              <a:defRPr sz="180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20" name="Picture Placeholder 2"/>
          <p:cNvSpPr>
            <a:spLocks noGrp="1" noChangeAspect="1"/>
          </p:cNvSpPr>
          <p:nvPr>
            <p:ph type="pic" idx="15"/>
          </p:nvPr>
        </p:nvSpPr>
        <p:spPr>
          <a:xfrm>
            <a:off x="680320" y="2336873"/>
            <a:ext cx="3049705"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GB"/>
              <a:t>Click icon to add picture</a:t>
            </a:r>
            <a:endParaRPr lang="en-US" dirty="0"/>
          </a:p>
        </p:txBody>
      </p:sp>
      <p:sp>
        <p:nvSpPr>
          <p:cNvPr id="21" name="Text Placeholder 3"/>
          <p:cNvSpPr>
            <a:spLocks noGrp="1"/>
          </p:cNvSpPr>
          <p:nvPr>
            <p:ph type="body" sz="half" idx="18"/>
          </p:nvPr>
        </p:nvSpPr>
        <p:spPr>
          <a:xfrm>
            <a:off x="680320" y="4873765"/>
            <a:ext cx="3049705" cy="1062422"/>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GB"/>
              <a:t>Click to edit Master text styles</a:t>
            </a:r>
          </a:p>
        </p:txBody>
      </p:sp>
      <p:sp>
        <p:nvSpPr>
          <p:cNvPr id="22" name="Text Placeholder 4"/>
          <p:cNvSpPr>
            <a:spLocks noGrp="1"/>
          </p:cNvSpPr>
          <p:nvPr>
            <p:ph type="body" sz="quarter" idx="3"/>
          </p:nvPr>
        </p:nvSpPr>
        <p:spPr>
          <a:xfrm>
            <a:off x="3945471" y="4297503"/>
            <a:ext cx="3063240" cy="576262"/>
          </a:xfrm>
        </p:spPr>
        <p:txBody>
          <a:bodyPr anchor="b">
            <a:noAutofit/>
          </a:bodyPr>
          <a:lstStyle>
            <a:lvl1pPr marL="0" indent="0">
              <a:buNone/>
              <a:defRPr sz="180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23" name="Picture Placeholder 2"/>
          <p:cNvSpPr>
            <a:spLocks noGrp="1" noChangeAspect="1"/>
          </p:cNvSpPr>
          <p:nvPr>
            <p:ph type="pic" idx="21"/>
          </p:nvPr>
        </p:nvSpPr>
        <p:spPr>
          <a:xfrm>
            <a:off x="3945471" y="2336873"/>
            <a:ext cx="3063240"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GB"/>
              <a:t>Click icon to add picture</a:t>
            </a:r>
            <a:endParaRPr lang="en-US" dirty="0"/>
          </a:p>
        </p:txBody>
      </p:sp>
      <p:sp>
        <p:nvSpPr>
          <p:cNvPr id="24" name="Text Placeholder 3"/>
          <p:cNvSpPr>
            <a:spLocks noGrp="1"/>
          </p:cNvSpPr>
          <p:nvPr>
            <p:ph type="body" sz="half" idx="19"/>
          </p:nvPr>
        </p:nvSpPr>
        <p:spPr>
          <a:xfrm>
            <a:off x="3944118" y="4873764"/>
            <a:ext cx="3067297" cy="1062422"/>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GB"/>
              <a:t>Click to edit Master text styles</a:t>
            </a:r>
          </a:p>
        </p:txBody>
      </p:sp>
      <p:sp>
        <p:nvSpPr>
          <p:cNvPr id="25" name="Text Placeholder 4"/>
          <p:cNvSpPr>
            <a:spLocks noGrp="1"/>
          </p:cNvSpPr>
          <p:nvPr>
            <p:ph type="body" sz="quarter" idx="13"/>
          </p:nvPr>
        </p:nvSpPr>
        <p:spPr>
          <a:xfrm>
            <a:off x="7230680" y="4297503"/>
            <a:ext cx="3063505" cy="576262"/>
          </a:xfrm>
        </p:spPr>
        <p:txBody>
          <a:bodyPr anchor="b">
            <a:noAutofit/>
          </a:bodyPr>
          <a:lstStyle>
            <a:lvl1pPr marL="0" indent="0">
              <a:buNone/>
              <a:defRPr sz="180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26" name="Picture Placeholder 2"/>
          <p:cNvSpPr>
            <a:spLocks noGrp="1" noChangeAspect="1"/>
          </p:cNvSpPr>
          <p:nvPr>
            <p:ph type="pic" idx="22"/>
          </p:nvPr>
        </p:nvSpPr>
        <p:spPr>
          <a:xfrm>
            <a:off x="7230678" y="2336873"/>
            <a:ext cx="3063505"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GB"/>
              <a:t>Click icon to add picture</a:t>
            </a:r>
            <a:endParaRPr lang="en-US" dirty="0"/>
          </a:p>
        </p:txBody>
      </p:sp>
      <p:sp>
        <p:nvSpPr>
          <p:cNvPr id="27" name="Text Placeholder 3"/>
          <p:cNvSpPr>
            <a:spLocks noGrp="1"/>
          </p:cNvSpPr>
          <p:nvPr>
            <p:ph type="body" sz="half" idx="20"/>
          </p:nvPr>
        </p:nvSpPr>
        <p:spPr>
          <a:xfrm>
            <a:off x="7230553" y="4873762"/>
            <a:ext cx="3067563" cy="1062422"/>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GB"/>
              <a:t>Click to edit Master text styles</a:t>
            </a:r>
          </a:p>
        </p:txBody>
      </p:sp>
      <p:sp>
        <p:nvSpPr>
          <p:cNvPr id="3" name="Date Placeholder 2"/>
          <p:cNvSpPr>
            <a:spLocks noGrp="1"/>
          </p:cNvSpPr>
          <p:nvPr>
            <p:ph type="dt" sz="half" idx="10"/>
          </p:nvPr>
        </p:nvSpPr>
        <p:spPr/>
        <p:txBody>
          <a:bodyPr/>
          <a:lstStyle/>
          <a:p>
            <a:fld id="{09B482E8-6E0E-1B4F-B1FD-C69DB9E858D9}" type="datetimeFigureOut">
              <a:rPr lang="en-US" smtClean="0"/>
              <a:pPr/>
              <a:t>2/19/26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pPr>
              <a:defRPr/>
            </a:pPr>
            <a:fld id="{DAFFCA5D-7261-3E46-BCC0-8D44B9A657C0}" type="slidenum">
              <a:rPr lang="en-US" smtClean="0"/>
              <a:pPr>
                <a:defRPr/>
              </a:pPr>
              <a:t>‹#›</a:t>
            </a:fld>
            <a:endParaRPr lang="en-US"/>
          </a:p>
        </p:txBody>
      </p:sp>
    </p:spTree>
    <p:extLst>
      <p:ext uri="{BB962C8B-B14F-4D97-AF65-F5344CB8AC3E}">
        <p14:creationId xmlns:p14="http://schemas.microsoft.com/office/powerpoint/2010/main" val="678211860"/>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pic>
        <p:nvPicPr>
          <p:cNvPr id="7" name="Picture 6"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1970240"/>
            <a:ext cx="10437812" cy="321164"/>
          </a:xfrm>
          <a:prstGeom prst="rect">
            <a:avLst/>
          </a:prstGeom>
        </p:spPr>
      </p:pic>
      <p:pic>
        <p:nvPicPr>
          <p:cNvPr id="8" name="Picture 7"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1971234"/>
            <a:ext cx="1602997" cy="144270"/>
          </a:xfrm>
          <a:prstGeom prst="rect">
            <a:avLst/>
          </a:prstGeom>
        </p:spPr>
      </p:pic>
      <p:sp>
        <p:nvSpPr>
          <p:cNvPr id="9" name="Rectangle 8"/>
          <p:cNvSpPr/>
          <p:nvPr/>
        </p:nvSpPr>
        <p:spPr bwMode="ltGray">
          <a:xfrm>
            <a:off x="1"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Rectangle 9"/>
          <p:cNvSpPr/>
          <p:nvPr/>
        </p:nvSpPr>
        <p:spPr>
          <a:xfrm>
            <a:off x="10585828"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lvl1pPr algn="r">
              <a:defRPr/>
            </a:lvl1p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09B482E8-6E0E-1B4F-B1FD-C69DB9E858D9}" type="datetimeFigureOut">
              <a:rPr lang="en-US" smtClean="0"/>
              <a:pPr/>
              <a:t>2/19/26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pPr>
              <a:defRPr/>
            </a:pPr>
            <a:fld id="{1B0BBEC0-C82C-5F41-BED6-03FAE84AE003}" type="slidenum">
              <a:rPr lang="en-US" smtClean="0"/>
              <a:pPr>
                <a:defRPr/>
              </a:pPr>
              <a:t>‹#›</a:t>
            </a:fld>
            <a:endParaRPr lang="en-US"/>
          </a:p>
        </p:txBody>
      </p:sp>
    </p:spTree>
    <p:extLst>
      <p:ext uri="{BB962C8B-B14F-4D97-AF65-F5344CB8AC3E}">
        <p14:creationId xmlns:p14="http://schemas.microsoft.com/office/powerpoint/2010/main" val="1549617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p:nvPr/>
        </p:nvSpPr>
        <p:spPr bwMode="ltGray">
          <a:xfrm rot="5400000">
            <a:off x="8116207" y="1869395"/>
            <a:ext cx="5106988" cy="1368199"/>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rot="5400000">
            <a:off x="9868203" y="5372404"/>
            <a:ext cx="1602997" cy="136819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10129231" y="609597"/>
            <a:ext cx="1073803" cy="4353760"/>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680322" y="609599"/>
            <a:ext cx="8870004" cy="5326589"/>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a:xfrm>
            <a:off x="6807125" y="5936189"/>
            <a:ext cx="2743200" cy="365125"/>
          </a:xfrm>
        </p:spPr>
        <p:txBody>
          <a:bodyPr/>
          <a:lstStyle/>
          <a:p>
            <a:fld id="{09B482E8-6E0E-1B4F-B1FD-C69DB9E858D9}" type="datetimeFigureOut">
              <a:rPr lang="en-US" smtClean="0"/>
              <a:pPr/>
              <a:t>2/19/26</a:t>
            </a:fld>
            <a:endParaRPr lang="en-US" dirty="0"/>
          </a:p>
        </p:txBody>
      </p:sp>
      <p:sp>
        <p:nvSpPr>
          <p:cNvPr id="5" name="Footer Placeholder 4"/>
          <p:cNvSpPr>
            <a:spLocks noGrp="1"/>
          </p:cNvSpPr>
          <p:nvPr>
            <p:ph type="ftr" sz="quarter" idx="11"/>
          </p:nvPr>
        </p:nvSpPr>
        <p:spPr>
          <a:xfrm>
            <a:off x="680321" y="5936190"/>
            <a:ext cx="6126805" cy="365125"/>
          </a:xfrm>
        </p:spPr>
        <p:txBody>
          <a:bodyPr/>
          <a:lstStyle/>
          <a:p>
            <a:endParaRPr lang="en-US" dirty="0"/>
          </a:p>
        </p:txBody>
      </p:sp>
      <p:sp>
        <p:nvSpPr>
          <p:cNvPr id="6" name="Slide Number Placeholder 5"/>
          <p:cNvSpPr>
            <a:spLocks noGrp="1"/>
          </p:cNvSpPr>
          <p:nvPr>
            <p:ph type="sldNum" sz="quarter" idx="12"/>
          </p:nvPr>
        </p:nvSpPr>
        <p:spPr>
          <a:xfrm>
            <a:off x="10097551" y="5398635"/>
            <a:ext cx="1154151" cy="1090789"/>
          </a:xfrm>
        </p:spPr>
        <p:txBody>
          <a:bodyPr anchor="t"/>
          <a:lstStyle>
            <a:lvl1pPr algn="ctr">
              <a:defRPr/>
            </a:lvl1pPr>
          </a:lstStyle>
          <a:p>
            <a:pPr>
              <a:defRPr/>
            </a:pPr>
            <a:fld id="{8EB7279E-AD12-3E4F-89E5-A6CAD29802A7}" type="slidenum">
              <a:rPr lang="en-US" smtClean="0"/>
              <a:pPr>
                <a:defRPr/>
              </a:pPr>
              <a:t>‹#›</a:t>
            </a:fld>
            <a:endParaRPr lang="en-US"/>
          </a:p>
        </p:txBody>
      </p:sp>
    </p:spTree>
    <p:extLst>
      <p:ext uri="{BB962C8B-B14F-4D97-AF65-F5344CB8AC3E}">
        <p14:creationId xmlns:p14="http://schemas.microsoft.com/office/powerpoint/2010/main" val="731475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6" descr="hashOverlay-FullResolve.png"/>
          <p:cNvPicPr>
            <a:picLocks noChangeAspect="1"/>
          </p:cNvPicPr>
          <p:nvPr/>
        </p:nvPicPr>
        <p:blipFill>
          <a:blip r:embed="rId19">
            <a:alphaModFix amt="1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Placeholder 1"/>
          <p:cNvSpPr>
            <a:spLocks noGrp="1"/>
          </p:cNvSpPr>
          <p:nvPr>
            <p:ph type="title"/>
          </p:nvPr>
        </p:nvSpPr>
        <p:spPr>
          <a:xfrm>
            <a:off x="680321" y="753228"/>
            <a:ext cx="9613861" cy="1080938"/>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680321" y="2336873"/>
            <a:ext cx="9613861" cy="3599316"/>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7550981" y="5936189"/>
            <a:ext cx="2743200" cy="365125"/>
          </a:xfrm>
          <a:prstGeom prst="rect">
            <a:avLst/>
          </a:prstGeom>
        </p:spPr>
        <p:txBody>
          <a:bodyPr vert="horz" lIns="91440" tIns="45720" rIns="91440" bIns="45720" rtlCol="0" anchor="ctr"/>
          <a:lstStyle>
            <a:lvl1pPr algn="r">
              <a:defRPr sz="788">
                <a:solidFill>
                  <a:schemeClr val="tx1">
                    <a:tint val="75000"/>
                  </a:schemeClr>
                </a:solidFill>
              </a:defRPr>
            </a:lvl1pPr>
          </a:lstStyle>
          <a:p>
            <a:fld id="{09B482E8-6E0E-1B4F-B1FD-C69DB9E858D9}" type="datetimeFigureOut">
              <a:rPr lang="en-US" smtClean="0"/>
              <a:pPr/>
              <a:t>2/19/26</a:t>
            </a:fld>
            <a:endParaRPr lang="en-US" dirty="0"/>
          </a:p>
        </p:txBody>
      </p:sp>
      <p:sp>
        <p:nvSpPr>
          <p:cNvPr id="5" name="Footer Placeholder 4"/>
          <p:cNvSpPr>
            <a:spLocks noGrp="1"/>
          </p:cNvSpPr>
          <p:nvPr>
            <p:ph type="ftr" sz="quarter" idx="3"/>
          </p:nvPr>
        </p:nvSpPr>
        <p:spPr>
          <a:xfrm>
            <a:off x="680322" y="5936190"/>
            <a:ext cx="6870660" cy="365125"/>
          </a:xfrm>
          <a:prstGeom prst="rect">
            <a:avLst/>
          </a:prstGeom>
        </p:spPr>
        <p:txBody>
          <a:bodyPr vert="horz" lIns="91440" tIns="45720" rIns="91440" bIns="45720" rtlCol="0" anchor="ctr"/>
          <a:lstStyle>
            <a:lvl1pPr algn="l">
              <a:defRPr sz="788">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10729457" y="753228"/>
            <a:ext cx="1154151" cy="1090789"/>
          </a:xfrm>
          <a:prstGeom prst="rect">
            <a:avLst/>
          </a:prstGeom>
        </p:spPr>
        <p:txBody>
          <a:bodyPr vert="horz" lIns="91440" tIns="45720" rIns="91440" bIns="45720" rtlCol="0" anchor="ctr"/>
          <a:lstStyle>
            <a:lvl1pPr algn="l">
              <a:defRPr sz="2700">
                <a:solidFill>
                  <a:schemeClr val="tx1">
                    <a:tint val="75000"/>
                  </a:schemeClr>
                </a:solidFill>
              </a:defRPr>
            </a:lvl1pPr>
          </a:lstStyle>
          <a:p>
            <a:pPr>
              <a:defRPr/>
            </a:pPr>
            <a:fld id="{DAFFCA5D-7261-3E46-BCC0-8D44B9A657C0}" type="slidenum">
              <a:rPr lang="en-US" smtClean="0"/>
              <a:pPr>
                <a:defRPr/>
              </a:pPr>
              <a:t>‹#›</a:t>
            </a:fld>
            <a:endParaRPr lang="en-US"/>
          </a:p>
        </p:txBody>
      </p:sp>
    </p:spTree>
    <p:extLst>
      <p:ext uri="{BB962C8B-B14F-4D97-AF65-F5344CB8AC3E}">
        <p14:creationId xmlns:p14="http://schemas.microsoft.com/office/powerpoint/2010/main" val="3131086837"/>
      </p:ext>
    </p:extLst>
  </p:cSld>
  <p:clrMap bg1="dk1" tx1="lt1" bg2="dk2" tx2="lt2" accent1="accent1" accent2="accent2" accent3="accent3" accent4="accent4" accent5="accent5" accent6="accent6" hlink="hlink" folHlink="folHlink"/>
  <p:sldLayoutIdLst>
    <p:sldLayoutId id="2147483790" r:id="rId1"/>
    <p:sldLayoutId id="2147483791" r:id="rId2"/>
    <p:sldLayoutId id="2147483792" r:id="rId3"/>
    <p:sldLayoutId id="2147483793" r:id="rId4"/>
    <p:sldLayoutId id="2147483794" r:id="rId5"/>
    <p:sldLayoutId id="2147483795" r:id="rId6"/>
    <p:sldLayoutId id="2147483796" r:id="rId7"/>
    <p:sldLayoutId id="2147483797" r:id="rId8"/>
    <p:sldLayoutId id="2147483798" r:id="rId9"/>
    <p:sldLayoutId id="2147483799" r:id="rId10"/>
    <p:sldLayoutId id="2147483800" r:id="rId11"/>
    <p:sldLayoutId id="2147483801" r:id="rId12"/>
    <p:sldLayoutId id="2147483802" r:id="rId13"/>
    <p:sldLayoutId id="2147483803" r:id="rId14"/>
    <p:sldLayoutId id="2147483804" r:id="rId15"/>
    <p:sldLayoutId id="2147483805" r:id="rId16"/>
    <p:sldLayoutId id="2147483806" r:id="rId17"/>
  </p:sldLayoutIdLst>
  <p:hf hdr="0" ftr="0" dt="0"/>
  <p:txStyles>
    <p:titleStyle>
      <a:lvl1pPr algn="l" defTabSz="685800" rtl="0" eaLnBrk="1" latinLnBrk="0" hangingPunct="1">
        <a:lnSpc>
          <a:spcPct val="90000"/>
        </a:lnSpc>
        <a:spcBef>
          <a:spcPct val="0"/>
        </a:spcBef>
        <a:buNone/>
        <a:defRPr sz="27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18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20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2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0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0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0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0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hyperlink" Target="https://docs.haskellstack.org/en/stable/install_and_upgrade/#__tabbed_3_1" TargetMode="Externa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1" name="Slide Number Placeholder 1"/>
          <p:cNvSpPr>
            <a:spLocks noGrp="1"/>
          </p:cNvSpPr>
          <p:nvPr>
            <p:ph type="sldNum" sz="quarter" idx="12"/>
          </p:nvPr>
        </p:nvSpPr>
        <p:spPr>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184A282C-62D1-674F-A99D-F0AF13D7C534}" type="slidenum">
              <a:rPr lang="en-US" sz="1400"/>
              <a:pPr/>
              <a:t>0</a:t>
            </a:fld>
            <a:endParaRPr lang="en-US" sz="1400"/>
          </a:p>
        </p:txBody>
      </p:sp>
      <p:sp>
        <p:nvSpPr>
          <p:cNvPr id="361474" name="Text Box 2"/>
          <p:cNvSpPr txBox="1">
            <a:spLocks noChangeArrowheads="1"/>
          </p:cNvSpPr>
          <p:nvPr/>
        </p:nvSpPr>
        <p:spPr bwMode="auto">
          <a:xfrm>
            <a:off x="1639889" y="1001713"/>
            <a:ext cx="8910637" cy="641350"/>
          </a:xfrm>
          <a:prstGeom prst="rect">
            <a:avLst/>
          </a:prstGeom>
          <a:noFill/>
          <a:ln>
            <a:noFill/>
          </a:ln>
          <a:effectLst/>
        </p:spPr>
        <p:txBody>
          <a:bodyPr>
            <a:spAutoFit/>
          </a:bodyPr>
          <a:lstStyle/>
          <a:p>
            <a:pPr algn="ctr">
              <a:defRPr/>
            </a:pPr>
            <a:r>
              <a:rPr lang="en-US" sz="3600" b="1">
                <a:solidFill>
                  <a:schemeClr val="tx2"/>
                </a:solidFill>
                <a:latin typeface="Arial Black" charset="0"/>
                <a:cs typeface="+mn-cs"/>
              </a:rPr>
              <a:t>PROGRAMMING IN HASKELL</a:t>
            </a:r>
          </a:p>
        </p:txBody>
      </p:sp>
      <p:sp>
        <p:nvSpPr>
          <p:cNvPr id="361475" name="Rectangle 3"/>
          <p:cNvSpPr>
            <a:spLocks noChangeArrowheads="1"/>
          </p:cNvSpPr>
          <p:nvPr/>
        </p:nvSpPr>
        <p:spPr bwMode="auto">
          <a:xfrm>
            <a:off x="1700214" y="5164138"/>
            <a:ext cx="8967787" cy="609600"/>
          </a:xfrm>
          <a:prstGeom prst="rect">
            <a:avLst/>
          </a:prstGeom>
          <a:noFill/>
          <a:ln>
            <a:noFill/>
          </a:ln>
          <a:effectLst/>
        </p:spPr>
        <p:txBody>
          <a:bodyPr anchor="ctr"/>
          <a:lstStyle/>
          <a:p>
            <a:pPr algn="ctr">
              <a:defRPr/>
            </a:pPr>
            <a:r>
              <a:rPr kumimoji="1" lang="en-US" sz="3200" dirty="0">
                <a:cs typeface="+mn-cs"/>
              </a:rPr>
              <a:t>Topic 6.2 – The Stack Tool</a:t>
            </a:r>
          </a:p>
        </p:txBody>
      </p:sp>
      <p:pic>
        <p:nvPicPr>
          <p:cNvPr id="15364" name="Picture 5" descr="2000px-Haskell-Logo.png"/>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4675189" y="2425700"/>
            <a:ext cx="2841625" cy="200660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p:cNvSpPr>
            <a:spLocks noGrp="1" noChangeArrowheads="1"/>
          </p:cNvSpPr>
          <p:nvPr>
            <p:ph type="title"/>
          </p:nvPr>
        </p:nvSpPr>
        <p:spPr>
          <a:xfrm>
            <a:off x="1571171" y="759677"/>
            <a:ext cx="7870634" cy="831352"/>
          </a:xfrm>
        </p:spPr>
        <p:txBody>
          <a:bodyPr/>
          <a:lstStyle/>
          <a:p>
            <a:r>
              <a:rPr lang="en-US" dirty="0">
                <a:latin typeface="Arial Black" charset="0"/>
                <a:ea typeface="ＭＳ Ｐゴシック" charset="0"/>
              </a:rPr>
              <a:t>What is Stack?</a:t>
            </a:r>
          </a:p>
        </p:txBody>
      </p:sp>
      <p:sp>
        <p:nvSpPr>
          <p:cNvPr id="16385" name="Slide Number Placeholder 2"/>
          <p:cNvSpPr>
            <a:spLocks noGrp="1"/>
          </p:cNvSpPr>
          <p:nvPr>
            <p:ph type="sldNum" sz="quarter" idx="12"/>
          </p:nvPr>
        </p:nvSpPr>
        <p:spPr>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CC73A6B6-49ED-C641-8D95-0A84FA800C15}" type="slidenum">
              <a:rPr lang="en-US" sz="1400"/>
              <a:pPr/>
              <a:t>1</a:t>
            </a:fld>
            <a:endParaRPr lang="en-US" sz="1400"/>
          </a:p>
        </p:txBody>
      </p:sp>
      <p:sp>
        <p:nvSpPr>
          <p:cNvPr id="4" name="TextBox 3">
            <a:extLst>
              <a:ext uri="{FF2B5EF4-FFF2-40B4-BE49-F238E27FC236}">
                <a16:creationId xmlns:a16="http://schemas.microsoft.com/office/drawing/2014/main" id="{62F5CC6E-F93F-3541-8853-B3641444B415}"/>
              </a:ext>
            </a:extLst>
          </p:cNvPr>
          <p:cNvSpPr txBox="1"/>
          <p:nvPr/>
        </p:nvSpPr>
        <p:spPr>
          <a:xfrm>
            <a:off x="408176" y="2481771"/>
            <a:ext cx="10196624" cy="3539430"/>
          </a:xfrm>
          <a:prstGeom prst="rect">
            <a:avLst/>
          </a:prstGeom>
          <a:noFill/>
        </p:spPr>
        <p:txBody>
          <a:bodyPr wrap="square" rtlCol="0">
            <a:spAutoFit/>
          </a:bodyPr>
          <a:lstStyle/>
          <a:p>
            <a:pPr marL="457200" indent="-457200">
              <a:buClr>
                <a:schemeClr val="tx1"/>
              </a:buClr>
              <a:buFont typeface="Wingdings" pitchFamily="2" charset="2"/>
              <a:buChar char="q"/>
            </a:pPr>
            <a:r>
              <a:rPr lang="en-IE" sz="2800" dirty="0"/>
              <a:t>Its main feature is that it 'sandboxes' the full installation of </a:t>
            </a:r>
            <a:r>
              <a:rPr lang="en-IE" sz="2800" dirty="0" err="1"/>
              <a:t>ghc</a:t>
            </a:r>
            <a:r>
              <a:rPr lang="en-IE" sz="2800" dirty="0"/>
              <a:t>, dependencies and code in the one isolated location. </a:t>
            </a:r>
          </a:p>
          <a:p>
            <a:pPr>
              <a:buClr>
                <a:schemeClr val="tx1"/>
              </a:buClr>
            </a:pPr>
            <a:endParaRPr lang="en-IE" sz="2800" dirty="0"/>
          </a:p>
          <a:p>
            <a:pPr marL="457200" indent="-457200">
              <a:buClr>
                <a:schemeClr val="tx1"/>
              </a:buClr>
              <a:buFont typeface="Wingdings" pitchFamily="2" charset="2"/>
              <a:buChar char="q"/>
            </a:pPr>
            <a:r>
              <a:rPr lang="en-IE" sz="2800" dirty="0"/>
              <a:t>This means that you can safely run different versions of dependencies in different sandboxes. </a:t>
            </a:r>
          </a:p>
          <a:p>
            <a:pPr marL="457200" indent="-457200">
              <a:buClr>
                <a:schemeClr val="tx1"/>
              </a:buClr>
              <a:buFont typeface="Wingdings" pitchFamily="2" charset="2"/>
              <a:buChar char="q"/>
            </a:pPr>
            <a:endParaRPr lang="en-IE" sz="2800" dirty="0"/>
          </a:p>
          <a:p>
            <a:pPr marL="457200" indent="-457200">
              <a:buClr>
                <a:schemeClr val="tx1"/>
              </a:buClr>
              <a:buFont typeface="Wingdings" pitchFamily="2" charset="2"/>
              <a:buChar char="q"/>
            </a:pPr>
            <a:r>
              <a:rPr lang="en-IE" sz="2800" dirty="0"/>
              <a:t>You can export the project as a fully standalone artefact that does not depend on any local versions of software.</a:t>
            </a:r>
          </a:p>
        </p:txBody>
      </p:sp>
      <p:sp>
        <p:nvSpPr>
          <p:cNvPr id="5" name="TextBox 4">
            <a:extLst>
              <a:ext uri="{FF2B5EF4-FFF2-40B4-BE49-F238E27FC236}">
                <a16:creationId xmlns:a16="http://schemas.microsoft.com/office/drawing/2014/main" id="{0B34F92E-FEE6-D640-8946-667C87F4B342}"/>
              </a:ext>
            </a:extLst>
          </p:cNvPr>
          <p:cNvSpPr txBox="1"/>
          <p:nvPr/>
        </p:nvSpPr>
        <p:spPr>
          <a:xfrm>
            <a:off x="5140504" y="2866491"/>
            <a:ext cx="184731" cy="1384995"/>
          </a:xfrm>
          <a:prstGeom prst="rect">
            <a:avLst/>
          </a:prstGeom>
          <a:noFill/>
        </p:spPr>
        <p:txBody>
          <a:bodyPr wrap="none" rtlCol="0">
            <a:spAutoFit/>
          </a:bodyPr>
          <a:lstStyle/>
          <a:p>
            <a:endParaRPr lang="en-US" dirty="0"/>
          </a:p>
          <a:p>
            <a:endParaRPr lang="en-US" dirty="0"/>
          </a:p>
          <a:p>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 calcmode="lin" valueType="num">
                                      <p:cBhvr additive="base">
                                        <p:cTn id="7"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anim calcmode="lin" valueType="num">
                                      <p:cBhvr additive="base">
                                        <p:cTn id="13" dur="500" fill="hold"/>
                                        <p:tgtEl>
                                          <p:spTgt spid="4">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4">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anim calcmode="lin" valueType="num">
                                      <p:cBhvr additive="base">
                                        <p:cTn id="19" dur="500" fill="hold"/>
                                        <p:tgtEl>
                                          <p:spTgt spid="4">
                                            <p:txEl>
                                              <p:pRg st="4" end="4"/>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4">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p:cNvSpPr>
            <a:spLocks noGrp="1" noChangeArrowheads="1"/>
          </p:cNvSpPr>
          <p:nvPr>
            <p:ph type="title"/>
          </p:nvPr>
        </p:nvSpPr>
        <p:spPr>
          <a:xfrm>
            <a:off x="816429" y="1164771"/>
            <a:ext cx="7870634" cy="831352"/>
          </a:xfrm>
        </p:spPr>
        <p:txBody>
          <a:bodyPr/>
          <a:lstStyle/>
          <a:p>
            <a:r>
              <a:rPr lang="en-US" dirty="0">
                <a:latin typeface="Arial Black" charset="0"/>
                <a:ea typeface="ＭＳ Ｐゴシック" charset="0"/>
              </a:rPr>
              <a:t>What is Stack? - installation</a:t>
            </a:r>
          </a:p>
        </p:txBody>
      </p:sp>
      <p:sp>
        <p:nvSpPr>
          <p:cNvPr id="16385" name="Slide Number Placeholder 2"/>
          <p:cNvSpPr>
            <a:spLocks noGrp="1"/>
          </p:cNvSpPr>
          <p:nvPr>
            <p:ph type="sldNum" sz="quarter" idx="12"/>
          </p:nvPr>
        </p:nvSpPr>
        <p:spPr>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CC73A6B6-49ED-C641-8D95-0A84FA800C15}" type="slidenum">
              <a:rPr lang="en-US" sz="1400"/>
              <a:pPr/>
              <a:t>2</a:t>
            </a:fld>
            <a:endParaRPr lang="en-US" sz="1400"/>
          </a:p>
        </p:txBody>
      </p:sp>
      <p:sp>
        <p:nvSpPr>
          <p:cNvPr id="4" name="TextBox 3">
            <a:extLst>
              <a:ext uri="{FF2B5EF4-FFF2-40B4-BE49-F238E27FC236}">
                <a16:creationId xmlns:a16="http://schemas.microsoft.com/office/drawing/2014/main" id="{62F5CC6E-F93F-3541-8853-B3641444B415}"/>
              </a:ext>
            </a:extLst>
          </p:cNvPr>
          <p:cNvSpPr txBox="1"/>
          <p:nvPr/>
        </p:nvSpPr>
        <p:spPr>
          <a:xfrm>
            <a:off x="177604" y="2586087"/>
            <a:ext cx="3534311" cy="2585323"/>
          </a:xfrm>
          <a:prstGeom prst="rect">
            <a:avLst/>
          </a:prstGeom>
          <a:noFill/>
        </p:spPr>
        <p:txBody>
          <a:bodyPr wrap="square" rtlCol="0">
            <a:spAutoFit/>
          </a:bodyPr>
          <a:lstStyle/>
          <a:p>
            <a:pPr marL="457200" indent="-457200">
              <a:buFont typeface="Arial" panose="020B0604020202020204" pitchFamily="34" charset="0"/>
              <a:buChar char="•"/>
            </a:pPr>
            <a:r>
              <a:rPr lang="en-IE" dirty="0"/>
              <a:t>You will need to install stack on your machine. </a:t>
            </a:r>
          </a:p>
          <a:p>
            <a:pPr marL="457200" indent="-457200">
              <a:buFont typeface="Arial" panose="020B0604020202020204" pitchFamily="34" charset="0"/>
              <a:buChar char="•"/>
            </a:pPr>
            <a:endParaRPr lang="en-IE" dirty="0"/>
          </a:p>
          <a:p>
            <a:pPr marL="457200" indent="-457200">
              <a:buFont typeface="Arial" panose="020B0604020202020204" pitchFamily="34" charset="0"/>
              <a:buChar char="•"/>
            </a:pPr>
            <a:r>
              <a:rPr lang="en-IE" dirty="0"/>
              <a:t>Clear instructions are available from here and more details are in this topics’ labs. </a:t>
            </a:r>
          </a:p>
          <a:p>
            <a:endParaRPr lang="en-IE" dirty="0"/>
          </a:p>
          <a:p>
            <a:r>
              <a:rPr lang="en-IE" dirty="0"/>
              <a:t>The link is here: </a:t>
            </a:r>
            <a:r>
              <a:rPr lang="en-IE" dirty="0">
                <a:hlinkClick r:id="rId2"/>
              </a:rPr>
              <a:t>here</a:t>
            </a:r>
            <a:endParaRPr lang="en-IE" dirty="0"/>
          </a:p>
        </p:txBody>
      </p:sp>
      <p:sp>
        <p:nvSpPr>
          <p:cNvPr id="5" name="TextBox 4">
            <a:extLst>
              <a:ext uri="{FF2B5EF4-FFF2-40B4-BE49-F238E27FC236}">
                <a16:creationId xmlns:a16="http://schemas.microsoft.com/office/drawing/2014/main" id="{0B34F92E-FEE6-D640-8946-667C87F4B342}"/>
              </a:ext>
            </a:extLst>
          </p:cNvPr>
          <p:cNvSpPr txBox="1"/>
          <p:nvPr/>
        </p:nvSpPr>
        <p:spPr>
          <a:xfrm>
            <a:off x="5140504" y="2866491"/>
            <a:ext cx="184731" cy="1384995"/>
          </a:xfrm>
          <a:prstGeom prst="rect">
            <a:avLst/>
          </a:prstGeom>
          <a:noFill/>
        </p:spPr>
        <p:txBody>
          <a:bodyPr wrap="none" rtlCol="0">
            <a:spAutoFit/>
          </a:bodyPr>
          <a:lstStyle/>
          <a:p>
            <a:endParaRPr lang="en-US" dirty="0"/>
          </a:p>
          <a:p>
            <a:endParaRPr lang="en-US" dirty="0"/>
          </a:p>
          <a:p>
            <a:endParaRPr lang="en-US" dirty="0"/>
          </a:p>
        </p:txBody>
      </p:sp>
      <p:pic>
        <p:nvPicPr>
          <p:cNvPr id="3" name="Picture 2" descr="A screenshot of a computer&#10;&#10;AI-generated content may be incorrect.">
            <a:extLst>
              <a:ext uri="{FF2B5EF4-FFF2-40B4-BE49-F238E27FC236}">
                <a16:creationId xmlns:a16="http://schemas.microsoft.com/office/drawing/2014/main" id="{4A320355-BDAB-A6FE-3DEF-507A16EB5109}"/>
              </a:ext>
            </a:extLst>
          </p:cNvPr>
          <p:cNvPicPr>
            <a:picLocks noChangeAspect="1"/>
          </p:cNvPicPr>
          <p:nvPr/>
        </p:nvPicPr>
        <p:blipFill>
          <a:blip r:embed="rId3"/>
          <a:stretch>
            <a:fillRect/>
          </a:stretch>
        </p:blipFill>
        <p:spPr>
          <a:xfrm>
            <a:off x="5632906" y="2171641"/>
            <a:ext cx="5407283" cy="3156853"/>
          </a:xfrm>
          <a:prstGeom prst="rect">
            <a:avLst/>
          </a:prstGeom>
        </p:spPr>
      </p:pic>
      <p:cxnSp>
        <p:nvCxnSpPr>
          <p:cNvPr id="8" name="Straight Arrow Connector 7">
            <a:extLst>
              <a:ext uri="{FF2B5EF4-FFF2-40B4-BE49-F238E27FC236}">
                <a16:creationId xmlns:a16="http://schemas.microsoft.com/office/drawing/2014/main" id="{A64D2DD1-08C8-BF48-B3A4-A7EA6CDF3998}"/>
              </a:ext>
            </a:extLst>
          </p:cNvPr>
          <p:cNvCxnSpPr/>
          <p:nvPr/>
        </p:nvCxnSpPr>
        <p:spPr bwMode="auto">
          <a:xfrm flipV="1">
            <a:off x="3034301" y="3472666"/>
            <a:ext cx="4140486" cy="554805"/>
          </a:xfrm>
          <a:prstGeom prst="straightConnector1">
            <a:avLst/>
          </a:prstGeom>
          <a:noFill/>
          <a:ln w="41275" cap="sq" cmpd="sng" algn="ctr">
            <a:solidFill>
              <a:srgbClr val="FFC000"/>
            </a:solidFill>
            <a:prstDash val="solid"/>
            <a:round/>
            <a:headEnd type="none" w="med" len="med"/>
            <a:tailEnd type="triangle"/>
          </a:ln>
          <a:effectLst/>
          <a:extLst>
            <a:ext uri="{909E8E84-426E-40dd-AFC4-6F175D3DCCD1}">
              <a14:hiddenFill xmlns:a14="http://schemas.microsoft.com/office/drawing/2010/main" xmlns="">
                <a:solidFill>
                  <a:schemeClr val="accent1"/>
                </a:solidFill>
              </a14:hiddenFill>
            </a:ext>
            <a:ext uri="{AF507438-7753-43e0-B8FC-AC1667EBCBE1}">
              <a14:hiddenEffects xmlns:a14="http://schemas.microsoft.com/office/drawing/2010/main" xmlns="">
                <a:effectLst>
                  <a:outerShdw blurRad="63500" dist="35921" dir="2700000" algn="ctr" rotWithShape="0">
                    <a:schemeClr val="bg2"/>
                  </a:outerShdw>
                </a:effectLst>
              </a14:hiddenEffects>
            </a:ext>
          </a:extLst>
        </p:spPr>
      </p:cxnSp>
    </p:spTree>
    <p:extLst>
      <p:ext uri="{BB962C8B-B14F-4D97-AF65-F5344CB8AC3E}">
        <p14:creationId xmlns:p14="http://schemas.microsoft.com/office/powerpoint/2010/main" val="34855331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 calcmode="lin" valueType="num">
                                      <p:cBhvr additive="base">
                                        <p:cTn id="7"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anim calcmode="lin" valueType="num">
                                      <p:cBhvr additive="base">
                                        <p:cTn id="13" dur="500" fill="hold"/>
                                        <p:tgtEl>
                                          <p:spTgt spid="4">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4">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anim calcmode="lin" valueType="num">
                                      <p:cBhvr additive="base">
                                        <p:cTn id="19" dur="500" fill="hold"/>
                                        <p:tgtEl>
                                          <p:spTgt spid="4">
                                            <p:txEl>
                                              <p:pRg st="4" end="4"/>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4">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 calcmode="lin" valueType="num">
                                      <p:cBhvr additive="base">
                                        <p:cTn id="25" dur="500" fill="hold"/>
                                        <p:tgtEl>
                                          <p:spTgt spid="8"/>
                                        </p:tgtEl>
                                        <p:attrNameLst>
                                          <p:attrName>ppt_x</p:attrName>
                                        </p:attrNameLst>
                                      </p:cBhvr>
                                      <p:tavLst>
                                        <p:tav tm="0">
                                          <p:val>
                                            <p:strVal val="#ppt_x"/>
                                          </p:val>
                                        </p:tav>
                                        <p:tav tm="100000">
                                          <p:val>
                                            <p:strVal val="#ppt_x"/>
                                          </p:val>
                                        </p:tav>
                                      </p:tavLst>
                                    </p:anim>
                                    <p:anim calcmode="lin" valueType="num">
                                      <p:cBhvr additive="base">
                                        <p:cTn id="26"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p:cNvSpPr>
            <a:spLocks noGrp="1" noChangeArrowheads="1"/>
          </p:cNvSpPr>
          <p:nvPr>
            <p:ph type="title"/>
          </p:nvPr>
        </p:nvSpPr>
        <p:spPr>
          <a:xfrm>
            <a:off x="1905000" y="381000"/>
            <a:ext cx="7870634" cy="831352"/>
          </a:xfrm>
        </p:spPr>
        <p:txBody>
          <a:bodyPr/>
          <a:lstStyle/>
          <a:p>
            <a:r>
              <a:rPr lang="en-US" dirty="0">
                <a:latin typeface="Arial Black" charset="0"/>
                <a:ea typeface="ＭＳ Ｐゴシック" charset="0"/>
              </a:rPr>
              <a:t>What is Stack? - structure</a:t>
            </a:r>
          </a:p>
        </p:txBody>
      </p:sp>
      <p:sp>
        <p:nvSpPr>
          <p:cNvPr id="16385" name="Slide Number Placeholder 2"/>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CC73A6B6-49ED-C641-8D95-0A84FA800C15}" type="slidenum">
              <a:rPr lang="en-US" sz="1400"/>
              <a:pPr/>
              <a:t>3</a:t>
            </a:fld>
            <a:endParaRPr lang="en-US" sz="1400"/>
          </a:p>
        </p:txBody>
      </p:sp>
      <p:sp>
        <p:nvSpPr>
          <p:cNvPr id="4" name="TextBox 3">
            <a:extLst>
              <a:ext uri="{FF2B5EF4-FFF2-40B4-BE49-F238E27FC236}">
                <a16:creationId xmlns:a16="http://schemas.microsoft.com/office/drawing/2014/main" id="{62F5CC6E-F93F-3541-8853-B3641444B415}"/>
              </a:ext>
            </a:extLst>
          </p:cNvPr>
          <p:cNvSpPr txBox="1"/>
          <p:nvPr/>
        </p:nvSpPr>
        <p:spPr>
          <a:xfrm>
            <a:off x="1058135" y="2958823"/>
            <a:ext cx="3647327" cy="1200329"/>
          </a:xfrm>
          <a:prstGeom prst="rect">
            <a:avLst/>
          </a:prstGeom>
          <a:noFill/>
        </p:spPr>
        <p:txBody>
          <a:bodyPr wrap="square" rtlCol="0">
            <a:spAutoFit/>
          </a:bodyPr>
          <a:lstStyle/>
          <a:p>
            <a:r>
              <a:rPr lang="en-IE" dirty="0"/>
              <a:t>We will use the standard project structure in our projects as provided in the default installation, i.e.</a:t>
            </a:r>
          </a:p>
        </p:txBody>
      </p:sp>
      <p:sp>
        <p:nvSpPr>
          <p:cNvPr id="5" name="TextBox 4">
            <a:extLst>
              <a:ext uri="{FF2B5EF4-FFF2-40B4-BE49-F238E27FC236}">
                <a16:creationId xmlns:a16="http://schemas.microsoft.com/office/drawing/2014/main" id="{0B34F92E-FEE6-D640-8946-667C87F4B342}"/>
              </a:ext>
            </a:extLst>
          </p:cNvPr>
          <p:cNvSpPr txBox="1"/>
          <p:nvPr/>
        </p:nvSpPr>
        <p:spPr>
          <a:xfrm>
            <a:off x="5140504" y="2866491"/>
            <a:ext cx="184731" cy="1384995"/>
          </a:xfrm>
          <a:prstGeom prst="rect">
            <a:avLst/>
          </a:prstGeom>
          <a:noFill/>
        </p:spPr>
        <p:txBody>
          <a:bodyPr wrap="none" rtlCol="0">
            <a:spAutoFit/>
          </a:bodyPr>
          <a:lstStyle/>
          <a:p>
            <a:endParaRPr lang="en-US" dirty="0"/>
          </a:p>
          <a:p>
            <a:endParaRPr lang="en-US" dirty="0"/>
          </a:p>
          <a:p>
            <a:endParaRPr lang="en-US" dirty="0"/>
          </a:p>
        </p:txBody>
      </p:sp>
      <p:sp>
        <p:nvSpPr>
          <p:cNvPr id="6" name="Rounded Rectangular Callout 5">
            <a:extLst>
              <a:ext uri="{FF2B5EF4-FFF2-40B4-BE49-F238E27FC236}">
                <a16:creationId xmlns:a16="http://schemas.microsoft.com/office/drawing/2014/main" id="{F885CA8A-38B7-1941-ACA1-CC51C6FBEABC}"/>
              </a:ext>
            </a:extLst>
          </p:cNvPr>
          <p:cNvSpPr/>
          <p:nvPr/>
        </p:nvSpPr>
        <p:spPr bwMode="auto">
          <a:xfrm>
            <a:off x="1811678" y="5803134"/>
            <a:ext cx="4376791" cy="578882"/>
          </a:xfrm>
          <a:prstGeom prst="wedgeRoundRectCallout">
            <a:avLst>
              <a:gd name="adj1" fmla="val 55224"/>
              <a:gd name="adj2" fmla="val -606610"/>
              <a:gd name="adj3" fmla="val 16667"/>
            </a:avLst>
          </a:prstGeom>
          <a:solidFill>
            <a:srgbClr val="FFC000"/>
          </a:solidFill>
          <a:ln w="12700" cap="sq" cmpd="sng" algn="ctr">
            <a:solidFill>
              <a:schemeClr val="tx1"/>
            </a:solidFill>
            <a:prstDash val="solid"/>
            <a:round/>
            <a:headEnd type="none" w="med" len="med"/>
            <a:tailEnd type="none" w="med" len="med"/>
          </a:ln>
          <a:effectLst/>
          <a:extLst>
            <a:ext uri="{909E8E84-426E-40dd-AFC4-6F175D3DCCD1}">
              <a14:hiddenFill xmlns:a14="http://schemas.microsoft.com/office/drawing/2010/main" xmlns="">
                <a:solidFill>
                  <a:schemeClr val="accent1"/>
                </a:solidFill>
              </a14:hiddenFill>
            </a:ext>
            <a:ext uri="{AF507438-7753-43e0-B8FC-AC1667EBCBE1}">
              <a14:hiddenEffects xmlns:a14="http://schemas.microsoft.com/office/drawing/2010/main" xmlns="">
                <a:effectLst>
                  <a:outerShdw blurRad="63500"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spAutoFit/>
          </a:bodyPr>
          <a:lstStyle/>
          <a:p>
            <a:r>
              <a:rPr lang="en-US" dirty="0"/>
              <a:t>‘stack new MyFirstProject’</a:t>
            </a:r>
          </a:p>
        </p:txBody>
      </p:sp>
      <p:sp>
        <p:nvSpPr>
          <p:cNvPr id="9" name="TextBox 8">
            <a:extLst>
              <a:ext uri="{FF2B5EF4-FFF2-40B4-BE49-F238E27FC236}">
                <a16:creationId xmlns:a16="http://schemas.microsoft.com/office/drawing/2014/main" id="{30C5C97D-0872-BA4C-8847-0FCE31A19540}"/>
              </a:ext>
            </a:extLst>
          </p:cNvPr>
          <p:cNvSpPr txBox="1"/>
          <p:nvPr/>
        </p:nvSpPr>
        <p:spPr>
          <a:xfrm>
            <a:off x="2643884" y="5558319"/>
            <a:ext cx="184731" cy="523220"/>
          </a:xfrm>
          <a:prstGeom prst="rect">
            <a:avLst/>
          </a:prstGeom>
          <a:noFill/>
        </p:spPr>
        <p:txBody>
          <a:bodyPr wrap="none" rtlCol="0">
            <a:spAutoFit/>
          </a:bodyPr>
          <a:lstStyle/>
          <a:p>
            <a:endParaRPr lang="en-US" dirty="0"/>
          </a:p>
        </p:txBody>
      </p:sp>
      <p:pic>
        <p:nvPicPr>
          <p:cNvPr id="11" name="Picture 10" descr="Table&#10;&#10;Description automatically generated with low confidence">
            <a:extLst>
              <a:ext uri="{FF2B5EF4-FFF2-40B4-BE49-F238E27FC236}">
                <a16:creationId xmlns:a16="http://schemas.microsoft.com/office/drawing/2014/main" id="{EC1362DA-3CDB-5D43-9D30-EF05C42D95D8}"/>
              </a:ext>
            </a:extLst>
          </p:cNvPr>
          <p:cNvPicPr>
            <a:picLocks noChangeAspect="1"/>
          </p:cNvPicPr>
          <p:nvPr/>
        </p:nvPicPr>
        <p:blipFill>
          <a:blip r:embed="rId2"/>
          <a:stretch>
            <a:fillRect/>
          </a:stretch>
        </p:blipFill>
        <p:spPr>
          <a:xfrm>
            <a:off x="6582310" y="1227690"/>
            <a:ext cx="3962400" cy="5245100"/>
          </a:xfrm>
          <a:prstGeom prst="rect">
            <a:avLst/>
          </a:prstGeom>
        </p:spPr>
      </p:pic>
    </p:spTree>
    <p:extLst>
      <p:ext uri="{BB962C8B-B14F-4D97-AF65-F5344CB8AC3E}">
        <p14:creationId xmlns:p14="http://schemas.microsoft.com/office/powerpoint/2010/main" val="8418222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 calcmode="lin" valueType="num">
                                      <p:cBhvr additive="base">
                                        <p:cTn id="7"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anim calcmode="lin" valueType="num">
                                      <p:cBhvr additive="base">
                                        <p:cTn id="13" dur="500" fill="hold"/>
                                        <p:tgtEl>
                                          <p:spTgt spid="6"/>
                                        </p:tgtEl>
                                        <p:attrNameLst>
                                          <p:attrName>ppt_x</p:attrName>
                                        </p:attrNameLst>
                                      </p:cBhvr>
                                      <p:tavLst>
                                        <p:tav tm="0">
                                          <p:val>
                                            <p:strVal val="#ppt_x"/>
                                          </p:val>
                                        </p:tav>
                                        <p:tav tm="100000">
                                          <p:val>
                                            <p:strVal val="#ppt_x"/>
                                          </p:val>
                                        </p:tav>
                                      </p:tavLst>
                                    </p:anim>
                                    <p:anim calcmode="lin" valueType="num">
                                      <p:cBhvr additive="base">
                                        <p:cTn id="14"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11"/>
                                        </p:tgtEl>
                                        <p:attrNameLst>
                                          <p:attrName>style.visibility</p:attrName>
                                        </p:attrNameLst>
                                      </p:cBhvr>
                                      <p:to>
                                        <p:strVal val="visible"/>
                                      </p:to>
                                    </p:set>
                                    <p:anim calcmode="lin" valueType="num">
                                      <p:cBhvr additive="base">
                                        <p:cTn id="19" dur="500" fill="hold"/>
                                        <p:tgtEl>
                                          <p:spTgt spid="11"/>
                                        </p:tgtEl>
                                        <p:attrNameLst>
                                          <p:attrName>ppt_x</p:attrName>
                                        </p:attrNameLst>
                                      </p:cBhvr>
                                      <p:tavLst>
                                        <p:tav tm="0">
                                          <p:val>
                                            <p:strVal val="#ppt_x"/>
                                          </p:val>
                                        </p:tav>
                                        <p:tav tm="100000">
                                          <p:val>
                                            <p:strVal val="#ppt_x"/>
                                          </p:val>
                                        </p:tav>
                                      </p:tavLst>
                                    </p:anim>
                                    <p:anim calcmode="lin" valueType="num">
                                      <p:cBhvr additive="base">
                                        <p:cTn id="20"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p:cNvSpPr>
            <a:spLocks noGrp="1" noChangeArrowheads="1"/>
          </p:cNvSpPr>
          <p:nvPr>
            <p:ph type="title"/>
          </p:nvPr>
        </p:nvSpPr>
        <p:spPr>
          <a:xfrm>
            <a:off x="715032" y="895781"/>
            <a:ext cx="7870634" cy="831352"/>
          </a:xfrm>
        </p:spPr>
        <p:txBody>
          <a:bodyPr/>
          <a:lstStyle/>
          <a:p>
            <a:r>
              <a:rPr lang="en-US" dirty="0">
                <a:latin typeface="Arial Black" charset="0"/>
                <a:ea typeface="ＭＳ Ｐゴシック" charset="0"/>
              </a:rPr>
              <a:t>Using Stack   1/3</a:t>
            </a:r>
          </a:p>
        </p:txBody>
      </p:sp>
      <p:sp>
        <p:nvSpPr>
          <p:cNvPr id="16385" name="Slide Number Placeholder 2"/>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CC73A6B6-49ED-C641-8D95-0A84FA800C15}" type="slidenum">
              <a:rPr lang="en-US" sz="1400"/>
              <a:pPr/>
              <a:t>4</a:t>
            </a:fld>
            <a:endParaRPr lang="en-US" sz="1400"/>
          </a:p>
        </p:txBody>
      </p:sp>
      <p:sp>
        <p:nvSpPr>
          <p:cNvPr id="5" name="TextBox 4">
            <a:extLst>
              <a:ext uri="{FF2B5EF4-FFF2-40B4-BE49-F238E27FC236}">
                <a16:creationId xmlns:a16="http://schemas.microsoft.com/office/drawing/2014/main" id="{0B34F92E-FEE6-D640-8946-667C87F4B342}"/>
              </a:ext>
            </a:extLst>
          </p:cNvPr>
          <p:cNvSpPr txBox="1"/>
          <p:nvPr/>
        </p:nvSpPr>
        <p:spPr>
          <a:xfrm>
            <a:off x="5140504" y="2866491"/>
            <a:ext cx="184731" cy="1384995"/>
          </a:xfrm>
          <a:prstGeom prst="rect">
            <a:avLst/>
          </a:prstGeom>
          <a:noFill/>
        </p:spPr>
        <p:txBody>
          <a:bodyPr wrap="none" rtlCol="0">
            <a:spAutoFit/>
          </a:bodyPr>
          <a:lstStyle/>
          <a:p>
            <a:endParaRPr lang="en-US" dirty="0"/>
          </a:p>
          <a:p>
            <a:endParaRPr lang="en-US" dirty="0"/>
          </a:p>
          <a:p>
            <a:endParaRPr lang="en-US" dirty="0"/>
          </a:p>
        </p:txBody>
      </p:sp>
      <p:sp>
        <p:nvSpPr>
          <p:cNvPr id="9" name="Text Box 4">
            <a:extLst>
              <a:ext uri="{FF2B5EF4-FFF2-40B4-BE49-F238E27FC236}">
                <a16:creationId xmlns:a16="http://schemas.microsoft.com/office/drawing/2014/main" id="{68A86FAD-82B1-3F49-AE35-ABAAEFB8272F}"/>
              </a:ext>
            </a:extLst>
          </p:cNvPr>
          <p:cNvSpPr txBox="1">
            <a:spLocks noChangeArrowheads="1"/>
          </p:cNvSpPr>
          <p:nvPr/>
        </p:nvSpPr>
        <p:spPr bwMode="auto">
          <a:xfrm>
            <a:off x="1961679" y="2288695"/>
            <a:ext cx="3815596" cy="461665"/>
          </a:xfrm>
          <a:prstGeom prst="rect">
            <a:avLst/>
          </a:prstGeom>
          <a:solidFill>
            <a:schemeClr val="accent1"/>
          </a:solidFill>
          <a:ln>
            <a:noFill/>
          </a:ln>
          <a:extLst>
            <a:ext uri="{91240B29-F687-4f45-9708-019B960494DF}">
              <a14:hiddenLine xmlns="" xmlns:a14="http://schemas.microsoft.com/office/drawing/2010/main" w="12700" cap="sq">
                <a:solidFill>
                  <a:srgbClr val="000000"/>
                </a:solidFill>
                <a:miter lim="800000"/>
                <a:headEnd/>
                <a:tailEnd/>
              </a14:hiddenLine>
            </a:ext>
          </a:extLst>
        </p:spPr>
        <p:txBody>
          <a:bodyPr wrap="none" anchor="ctr">
            <a:spAutoFit/>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r>
              <a:rPr lang="en-IE" sz="2400" dirty="0"/>
              <a:t>$ stack new MyFirstProject</a:t>
            </a:r>
          </a:p>
        </p:txBody>
      </p:sp>
      <p:pic>
        <p:nvPicPr>
          <p:cNvPr id="11" name="Picture 10" descr="Table&#10;&#10;Description automatically generated with low confidence">
            <a:extLst>
              <a:ext uri="{FF2B5EF4-FFF2-40B4-BE49-F238E27FC236}">
                <a16:creationId xmlns:a16="http://schemas.microsoft.com/office/drawing/2014/main" id="{5F156F50-6ED2-D24F-8774-8E535F03CC3C}"/>
              </a:ext>
            </a:extLst>
          </p:cNvPr>
          <p:cNvPicPr>
            <a:picLocks noChangeAspect="1"/>
          </p:cNvPicPr>
          <p:nvPr/>
        </p:nvPicPr>
        <p:blipFill>
          <a:blip r:embed="rId2"/>
          <a:stretch>
            <a:fillRect/>
          </a:stretch>
        </p:blipFill>
        <p:spPr>
          <a:xfrm>
            <a:off x="7704145" y="831352"/>
            <a:ext cx="2530059" cy="3349084"/>
          </a:xfrm>
          <a:prstGeom prst="rect">
            <a:avLst/>
          </a:prstGeom>
        </p:spPr>
      </p:pic>
      <p:cxnSp>
        <p:nvCxnSpPr>
          <p:cNvPr id="3" name="Straight Arrow Connector 2">
            <a:extLst>
              <a:ext uri="{FF2B5EF4-FFF2-40B4-BE49-F238E27FC236}">
                <a16:creationId xmlns:a16="http://schemas.microsoft.com/office/drawing/2014/main" id="{0D2D3A24-81EA-3146-B12D-4F22727C3D5C}"/>
              </a:ext>
            </a:extLst>
          </p:cNvPr>
          <p:cNvCxnSpPr>
            <a:cxnSpLocks/>
          </p:cNvCxnSpPr>
          <p:nvPr/>
        </p:nvCxnSpPr>
        <p:spPr bwMode="auto">
          <a:xfrm flipV="1">
            <a:off x="5849194" y="1869041"/>
            <a:ext cx="1806196" cy="650486"/>
          </a:xfrm>
          <a:prstGeom prst="straightConnector1">
            <a:avLst/>
          </a:prstGeom>
          <a:noFill/>
          <a:ln w="44450" cap="sq" cmpd="sng" algn="ctr">
            <a:solidFill>
              <a:srgbClr val="FFC000"/>
            </a:solidFill>
            <a:prstDash val="solid"/>
            <a:round/>
            <a:headEnd type="none" w="med" len="med"/>
            <a:tailEnd type="triangle"/>
          </a:ln>
          <a:effectLst/>
          <a:extLst>
            <a:ext uri="{909E8E84-426E-40dd-AFC4-6F175D3DCCD1}">
              <a14:hiddenFill xmlns:a14="http://schemas.microsoft.com/office/drawing/2010/main" xmlns="">
                <a:solidFill>
                  <a:schemeClr val="accent1"/>
                </a:solidFill>
              </a14:hiddenFill>
            </a:ext>
            <a:ext uri="{AF507438-7753-43e0-B8FC-AC1667EBCBE1}">
              <a14:hiddenEffects xmlns:a14="http://schemas.microsoft.com/office/drawing/2010/main" xmlns="">
                <a:effectLst>
                  <a:outerShdw blurRad="63500" dist="35921" dir="2700000" algn="ctr" rotWithShape="0">
                    <a:schemeClr val="bg2"/>
                  </a:outerShdw>
                </a:effectLst>
              </a14:hiddenEffects>
            </a:ext>
          </a:extLst>
        </p:spPr>
      </p:cxnSp>
      <p:pic>
        <p:nvPicPr>
          <p:cNvPr id="14" name="Picture 13">
            <a:extLst>
              <a:ext uri="{FF2B5EF4-FFF2-40B4-BE49-F238E27FC236}">
                <a16:creationId xmlns:a16="http://schemas.microsoft.com/office/drawing/2014/main" id="{0226B50A-2BA7-9640-9A69-1E0AC10923AC}"/>
              </a:ext>
            </a:extLst>
          </p:cNvPr>
          <p:cNvPicPr>
            <a:picLocks noChangeAspect="1"/>
          </p:cNvPicPr>
          <p:nvPr/>
        </p:nvPicPr>
        <p:blipFill>
          <a:blip r:embed="rId3"/>
          <a:stretch>
            <a:fillRect/>
          </a:stretch>
        </p:blipFill>
        <p:spPr>
          <a:xfrm>
            <a:off x="6277225" y="4649485"/>
            <a:ext cx="4318000" cy="2057400"/>
          </a:xfrm>
          <a:prstGeom prst="rect">
            <a:avLst/>
          </a:prstGeom>
        </p:spPr>
      </p:pic>
      <p:sp>
        <p:nvSpPr>
          <p:cNvPr id="15" name="TextBox 14">
            <a:extLst>
              <a:ext uri="{FF2B5EF4-FFF2-40B4-BE49-F238E27FC236}">
                <a16:creationId xmlns:a16="http://schemas.microsoft.com/office/drawing/2014/main" id="{F7C70D73-1203-0B4B-AF15-AA169D94691E}"/>
              </a:ext>
            </a:extLst>
          </p:cNvPr>
          <p:cNvSpPr txBox="1"/>
          <p:nvPr/>
        </p:nvSpPr>
        <p:spPr>
          <a:xfrm>
            <a:off x="2664205" y="5321890"/>
            <a:ext cx="3113070" cy="1384995"/>
          </a:xfrm>
          <a:prstGeom prst="rect">
            <a:avLst/>
          </a:prstGeom>
          <a:noFill/>
        </p:spPr>
        <p:txBody>
          <a:bodyPr wrap="square" rtlCol="0">
            <a:spAutoFit/>
          </a:bodyPr>
          <a:lstStyle/>
          <a:p>
            <a:r>
              <a:rPr lang="en-US" dirty="0"/>
              <a:t>Make a small change to </a:t>
            </a:r>
          </a:p>
          <a:p>
            <a:r>
              <a:rPr lang="en-US" dirty="0"/>
              <a:t>app/</a:t>
            </a:r>
            <a:r>
              <a:rPr lang="en-US" dirty="0" err="1"/>
              <a:t>Main.hs</a:t>
            </a:r>
            <a:endParaRPr lang="en-US" dirty="0"/>
          </a:p>
        </p:txBody>
      </p:sp>
      <p:cxnSp>
        <p:nvCxnSpPr>
          <p:cNvPr id="18" name="Straight Arrow Connector 17">
            <a:extLst>
              <a:ext uri="{FF2B5EF4-FFF2-40B4-BE49-F238E27FC236}">
                <a16:creationId xmlns:a16="http://schemas.microsoft.com/office/drawing/2014/main" id="{05B4EC9B-CD83-C642-B5BB-83FDDDF73C63}"/>
              </a:ext>
            </a:extLst>
          </p:cNvPr>
          <p:cNvCxnSpPr>
            <a:cxnSpLocks/>
          </p:cNvCxnSpPr>
          <p:nvPr/>
        </p:nvCxnSpPr>
        <p:spPr bwMode="auto">
          <a:xfrm>
            <a:off x="4220740" y="5672712"/>
            <a:ext cx="2531552" cy="289507"/>
          </a:xfrm>
          <a:prstGeom prst="straightConnector1">
            <a:avLst/>
          </a:prstGeom>
          <a:noFill/>
          <a:ln w="44450" cap="sq" cmpd="sng" algn="ctr">
            <a:solidFill>
              <a:srgbClr val="FFC000"/>
            </a:solidFill>
            <a:prstDash val="solid"/>
            <a:round/>
            <a:headEnd type="none" w="med" len="med"/>
            <a:tailEnd type="triangle"/>
          </a:ln>
          <a:effectLst/>
          <a:extLst>
            <a:ext uri="{909E8E84-426E-40dd-AFC4-6F175D3DCCD1}">
              <a14:hiddenFill xmlns:a14="http://schemas.microsoft.com/office/drawing/2010/main" xmlns="">
                <a:solidFill>
                  <a:schemeClr val="accent1"/>
                </a:solidFill>
              </a14:hiddenFill>
            </a:ext>
            <a:ext uri="{AF507438-7753-43e0-B8FC-AC1667EBCBE1}">
              <a14:hiddenEffects xmlns:a14="http://schemas.microsoft.com/office/drawing/2010/main" xmlns="">
                <a:effectLst>
                  <a:outerShdw blurRad="63500" dist="35921" dir="2700000" algn="ctr" rotWithShape="0">
                    <a:schemeClr val="bg2"/>
                  </a:outerShdw>
                </a:effectLst>
              </a14:hiddenEffects>
            </a:ext>
          </a:extLst>
        </p:spPr>
      </p:cxnSp>
    </p:spTree>
    <p:extLst>
      <p:ext uri="{BB962C8B-B14F-4D97-AF65-F5344CB8AC3E}">
        <p14:creationId xmlns:p14="http://schemas.microsoft.com/office/powerpoint/2010/main" val="2213409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 calcmode="lin" valueType="num">
                                      <p:cBhvr additive="base">
                                        <p:cTn id="7" dur="500" fill="hold"/>
                                        <p:tgtEl>
                                          <p:spTgt spid="15"/>
                                        </p:tgtEl>
                                        <p:attrNameLst>
                                          <p:attrName>ppt_x</p:attrName>
                                        </p:attrNameLst>
                                      </p:cBhvr>
                                      <p:tavLst>
                                        <p:tav tm="0">
                                          <p:val>
                                            <p:strVal val="#ppt_x"/>
                                          </p:val>
                                        </p:tav>
                                        <p:tav tm="100000">
                                          <p:val>
                                            <p:strVal val="#ppt_x"/>
                                          </p:val>
                                        </p:tav>
                                      </p:tavLst>
                                    </p:anim>
                                    <p:anim calcmode="lin" valueType="num">
                                      <p:cBhvr additive="base">
                                        <p:cTn id="8"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18"/>
                                        </p:tgtEl>
                                        <p:attrNameLst>
                                          <p:attrName>style.visibility</p:attrName>
                                        </p:attrNameLst>
                                      </p:cBhvr>
                                      <p:to>
                                        <p:strVal val="visible"/>
                                      </p:to>
                                    </p:set>
                                    <p:anim calcmode="lin" valueType="num">
                                      <p:cBhvr additive="base">
                                        <p:cTn id="13" dur="500" fill="hold"/>
                                        <p:tgtEl>
                                          <p:spTgt spid="18"/>
                                        </p:tgtEl>
                                        <p:attrNameLst>
                                          <p:attrName>ppt_x</p:attrName>
                                        </p:attrNameLst>
                                      </p:cBhvr>
                                      <p:tavLst>
                                        <p:tav tm="0">
                                          <p:val>
                                            <p:strVal val="#ppt_x"/>
                                          </p:val>
                                        </p:tav>
                                        <p:tav tm="100000">
                                          <p:val>
                                            <p:strVal val="#ppt_x"/>
                                          </p:val>
                                        </p:tav>
                                      </p:tavLst>
                                    </p:anim>
                                    <p:anim calcmode="lin" valueType="num">
                                      <p:cBhvr additive="base">
                                        <p:cTn id="14" dur="500" fill="hold"/>
                                        <p:tgtEl>
                                          <p:spTgt spid="18"/>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14"/>
                                        </p:tgtEl>
                                        <p:attrNameLst>
                                          <p:attrName>style.visibility</p:attrName>
                                        </p:attrNameLst>
                                      </p:cBhvr>
                                      <p:to>
                                        <p:strVal val="visible"/>
                                      </p:to>
                                    </p:set>
                                    <p:anim calcmode="lin" valueType="num">
                                      <p:cBhvr additive="base">
                                        <p:cTn id="19" dur="500" fill="hold"/>
                                        <p:tgtEl>
                                          <p:spTgt spid="14"/>
                                        </p:tgtEl>
                                        <p:attrNameLst>
                                          <p:attrName>ppt_x</p:attrName>
                                        </p:attrNameLst>
                                      </p:cBhvr>
                                      <p:tavLst>
                                        <p:tav tm="0">
                                          <p:val>
                                            <p:strVal val="#ppt_x"/>
                                          </p:val>
                                        </p:tav>
                                        <p:tav tm="100000">
                                          <p:val>
                                            <p:strVal val="#ppt_x"/>
                                          </p:val>
                                        </p:tav>
                                      </p:tavLst>
                                    </p:anim>
                                    <p:anim calcmode="lin" valueType="num">
                                      <p:cBhvr additive="base">
                                        <p:cTn id="20" dur="500" fill="hold"/>
                                        <p:tgtEl>
                                          <p:spTgt spid="1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p:cNvSpPr>
            <a:spLocks noGrp="1" noChangeArrowheads="1"/>
          </p:cNvSpPr>
          <p:nvPr>
            <p:ph type="title"/>
          </p:nvPr>
        </p:nvSpPr>
        <p:spPr>
          <a:xfrm>
            <a:off x="773673" y="782609"/>
            <a:ext cx="7870634" cy="831352"/>
          </a:xfrm>
        </p:spPr>
        <p:txBody>
          <a:bodyPr/>
          <a:lstStyle/>
          <a:p>
            <a:r>
              <a:rPr lang="en-US" dirty="0">
                <a:latin typeface="Arial Black" charset="0"/>
                <a:ea typeface="ＭＳ Ｐゴシック" charset="0"/>
              </a:rPr>
              <a:t>Using Stack 2/3 </a:t>
            </a:r>
          </a:p>
        </p:txBody>
      </p:sp>
      <p:sp>
        <p:nvSpPr>
          <p:cNvPr id="16385" name="Slide Number Placeholder 2"/>
          <p:cNvSpPr>
            <a:spLocks noGrp="1"/>
          </p:cNvSpPr>
          <p:nvPr>
            <p:ph type="sldNum" sz="quarter" idx="12"/>
          </p:nvPr>
        </p:nvSpPr>
        <p:spPr>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CC73A6B6-49ED-C641-8D95-0A84FA800C15}" type="slidenum">
              <a:rPr lang="en-US" sz="1400"/>
              <a:pPr/>
              <a:t>5</a:t>
            </a:fld>
            <a:endParaRPr lang="en-US" sz="1400"/>
          </a:p>
        </p:txBody>
      </p:sp>
      <p:sp>
        <p:nvSpPr>
          <p:cNvPr id="5" name="TextBox 4">
            <a:extLst>
              <a:ext uri="{FF2B5EF4-FFF2-40B4-BE49-F238E27FC236}">
                <a16:creationId xmlns:a16="http://schemas.microsoft.com/office/drawing/2014/main" id="{0B34F92E-FEE6-D640-8946-667C87F4B342}"/>
              </a:ext>
            </a:extLst>
          </p:cNvPr>
          <p:cNvSpPr txBox="1"/>
          <p:nvPr/>
        </p:nvSpPr>
        <p:spPr>
          <a:xfrm>
            <a:off x="5140504" y="2866491"/>
            <a:ext cx="184731" cy="1384995"/>
          </a:xfrm>
          <a:prstGeom prst="rect">
            <a:avLst/>
          </a:prstGeom>
          <a:noFill/>
        </p:spPr>
        <p:txBody>
          <a:bodyPr wrap="none" rtlCol="0">
            <a:spAutoFit/>
          </a:bodyPr>
          <a:lstStyle/>
          <a:p>
            <a:endParaRPr lang="en-US" dirty="0"/>
          </a:p>
          <a:p>
            <a:endParaRPr lang="en-US" dirty="0"/>
          </a:p>
          <a:p>
            <a:endParaRPr lang="en-US" dirty="0"/>
          </a:p>
        </p:txBody>
      </p:sp>
      <p:sp>
        <p:nvSpPr>
          <p:cNvPr id="9" name="Text Box 4">
            <a:extLst>
              <a:ext uri="{FF2B5EF4-FFF2-40B4-BE49-F238E27FC236}">
                <a16:creationId xmlns:a16="http://schemas.microsoft.com/office/drawing/2014/main" id="{68A86FAD-82B1-3F49-AE35-ABAAEFB8272F}"/>
              </a:ext>
            </a:extLst>
          </p:cNvPr>
          <p:cNvSpPr txBox="1">
            <a:spLocks noChangeArrowheads="1"/>
          </p:cNvSpPr>
          <p:nvPr/>
        </p:nvSpPr>
        <p:spPr bwMode="auto">
          <a:xfrm>
            <a:off x="1734505" y="2100271"/>
            <a:ext cx="7874463" cy="461665"/>
          </a:xfrm>
          <a:prstGeom prst="rect">
            <a:avLst/>
          </a:prstGeom>
          <a:solidFill>
            <a:schemeClr val="accent1"/>
          </a:solidFill>
          <a:ln>
            <a:noFill/>
          </a:ln>
          <a:extLst>
            <a:ext uri="{91240B29-F687-4f45-9708-019B960494DF}">
              <a14:hiddenLine xmlns:a14="http://schemas.microsoft.com/office/drawing/2010/main" xmlns="" w="12700" cap="sq">
                <a:solidFill>
                  <a:srgbClr val="000000"/>
                </a:solidFill>
                <a:miter lim="800000"/>
                <a:headEnd/>
                <a:tailEnd/>
              </a14:hiddenLine>
            </a:ext>
          </a:extLst>
        </p:spPr>
        <p:txBody>
          <a:bodyPr wrap="none" anchor="ctr">
            <a:spAutoFit/>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r>
              <a:rPr lang="en-IE" sz="2400" dirty="0"/>
              <a:t>$ stack build </a:t>
            </a:r>
            <a:r>
              <a:rPr lang="en-IE" sz="2400" dirty="0">
                <a:solidFill>
                  <a:srgbClr val="FFFF00"/>
                </a:solidFill>
              </a:rPr>
              <a:t>– builds/rebuilds project with updated code</a:t>
            </a:r>
          </a:p>
        </p:txBody>
      </p:sp>
      <p:pic>
        <p:nvPicPr>
          <p:cNvPr id="14" name="Picture 13">
            <a:extLst>
              <a:ext uri="{FF2B5EF4-FFF2-40B4-BE49-F238E27FC236}">
                <a16:creationId xmlns:a16="http://schemas.microsoft.com/office/drawing/2014/main" id="{0226B50A-2BA7-9640-9A69-1E0AC10923AC}"/>
              </a:ext>
            </a:extLst>
          </p:cNvPr>
          <p:cNvPicPr>
            <a:picLocks noChangeAspect="1"/>
          </p:cNvPicPr>
          <p:nvPr/>
        </p:nvPicPr>
        <p:blipFill>
          <a:blip r:embed="rId2"/>
          <a:stretch>
            <a:fillRect/>
          </a:stretch>
        </p:blipFill>
        <p:spPr>
          <a:xfrm>
            <a:off x="1902716" y="4691437"/>
            <a:ext cx="4318000" cy="2057400"/>
          </a:xfrm>
          <a:prstGeom prst="rect">
            <a:avLst/>
          </a:prstGeom>
        </p:spPr>
      </p:pic>
      <p:cxnSp>
        <p:nvCxnSpPr>
          <p:cNvPr id="18" name="Straight Arrow Connector 17">
            <a:extLst>
              <a:ext uri="{FF2B5EF4-FFF2-40B4-BE49-F238E27FC236}">
                <a16:creationId xmlns:a16="http://schemas.microsoft.com/office/drawing/2014/main" id="{05B4EC9B-CD83-C642-B5BB-83FDDDF73C63}"/>
              </a:ext>
            </a:extLst>
          </p:cNvPr>
          <p:cNvCxnSpPr>
            <a:cxnSpLocks/>
          </p:cNvCxnSpPr>
          <p:nvPr/>
        </p:nvCxnSpPr>
        <p:spPr bwMode="auto">
          <a:xfrm flipV="1">
            <a:off x="4708990" y="5423044"/>
            <a:ext cx="2340795" cy="73631"/>
          </a:xfrm>
          <a:prstGeom prst="straightConnector1">
            <a:avLst/>
          </a:prstGeom>
          <a:noFill/>
          <a:ln w="44450" cap="sq" cmpd="sng" algn="ctr">
            <a:solidFill>
              <a:srgbClr val="FFC000"/>
            </a:solidFill>
            <a:prstDash val="solid"/>
            <a:round/>
            <a:headEnd type="none" w="med" len="med"/>
            <a:tailEnd type="triangle"/>
          </a:ln>
          <a:effectLst/>
          <a:extLst>
            <a:ext uri="{909E8E84-426E-40dd-AFC4-6F175D3DCCD1}">
              <a14:hiddenFill xmlns="" xmlns:a14="http://schemas.microsoft.com/office/drawing/2010/main">
                <a:solidFill>
                  <a:schemeClr val="accent1"/>
                </a:solidFill>
              </a14:hiddenFill>
            </a:ext>
            <a:ext uri="{AF507438-7753-43e0-B8FC-AC1667EBCBE1}">
              <a14:hiddenEffects xmlns="" xmlns:a14="http://schemas.microsoft.com/office/drawing/2010/main">
                <a:effectLst>
                  <a:outerShdw blurRad="63500" dist="35921" dir="2700000" algn="ctr" rotWithShape="0">
                    <a:schemeClr val="bg2"/>
                  </a:outerShdw>
                </a:effectLst>
              </a14:hiddenEffects>
            </a:ext>
          </a:extLst>
        </p:spPr>
      </p:cxnSp>
      <p:sp>
        <p:nvSpPr>
          <p:cNvPr id="12" name="Text Box 4">
            <a:extLst>
              <a:ext uri="{FF2B5EF4-FFF2-40B4-BE49-F238E27FC236}">
                <a16:creationId xmlns:a16="http://schemas.microsoft.com/office/drawing/2014/main" id="{921B8B86-6C8B-C646-A2C3-F54818875159}"/>
              </a:ext>
            </a:extLst>
          </p:cNvPr>
          <p:cNvSpPr txBox="1">
            <a:spLocks noChangeArrowheads="1"/>
          </p:cNvSpPr>
          <p:nvPr/>
        </p:nvSpPr>
        <p:spPr bwMode="auto">
          <a:xfrm>
            <a:off x="1734505" y="2957117"/>
            <a:ext cx="7903446" cy="830997"/>
          </a:xfrm>
          <a:prstGeom prst="rect">
            <a:avLst/>
          </a:prstGeom>
          <a:solidFill>
            <a:schemeClr val="accent1"/>
          </a:solidFill>
          <a:ln>
            <a:noFill/>
          </a:ln>
          <a:extLst>
            <a:ext uri="{91240B29-F687-4f45-9708-019B960494DF}">
              <a14:hiddenLine xmlns:a14="http://schemas.microsoft.com/office/drawing/2010/main" xmlns="" w="12700" cap="sq">
                <a:solidFill>
                  <a:srgbClr val="000000"/>
                </a:solidFill>
                <a:miter lim="800000"/>
                <a:headEnd/>
                <a:tailEnd/>
              </a14:hiddenLine>
            </a:ext>
          </a:extLst>
        </p:spPr>
        <p:txBody>
          <a:bodyPr wrap="none" anchor="ctr">
            <a:spAutoFit/>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r>
              <a:rPr lang="en-IE" sz="2400" dirty="0"/>
              <a:t>$ stack install </a:t>
            </a:r>
            <a:r>
              <a:rPr lang="en-IE" sz="2400" dirty="0">
                <a:solidFill>
                  <a:srgbClr val="FFFF00"/>
                </a:solidFill>
              </a:rPr>
              <a:t>– copies executable into common location </a:t>
            </a:r>
          </a:p>
          <a:p>
            <a:r>
              <a:rPr lang="en-IE" sz="2400" dirty="0">
                <a:solidFill>
                  <a:srgbClr val="FFFF00"/>
                </a:solidFill>
              </a:rPr>
              <a:t>                       (also includes stack build) </a:t>
            </a:r>
          </a:p>
        </p:txBody>
      </p:sp>
      <p:sp>
        <p:nvSpPr>
          <p:cNvPr id="13" name="Text Box 4">
            <a:extLst>
              <a:ext uri="{FF2B5EF4-FFF2-40B4-BE49-F238E27FC236}">
                <a16:creationId xmlns:a16="http://schemas.microsoft.com/office/drawing/2014/main" id="{FD7EAE52-22CF-F14A-AE9C-08F03E362D28}"/>
              </a:ext>
            </a:extLst>
          </p:cNvPr>
          <p:cNvSpPr txBox="1">
            <a:spLocks noChangeArrowheads="1"/>
          </p:cNvSpPr>
          <p:nvPr/>
        </p:nvSpPr>
        <p:spPr bwMode="auto">
          <a:xfrm>
            <a:off x="1734505" y="4094376"/>
            <a:ext cx="5711372" cy="461665"/>
          </a:xfrm>
          <a:prstGeom prst="rect">
            <a:avLst/>
          </a:prstGeom>
          <a:solidFill>
            <a:schemeClr val="accent1"/>
          </a:solidFill>
          <a:ln>
            <a:noFill/>
          </a:ln>
          <a:extLst>
            <a:ext uri="{91240B29-F687-4f45-9708-019B960494DF}">
              <a14:hiddenLine xmlns:a14="http://schemas.microsoft.com/office/drawing/2010/main" xmlns="" w="12700" cap="sq">
                <a:solidFill>
                  <a:srgbClr val="000000"/>
                </a:solidFill>
                <a:miter lim="800000"/>
                <a:headEnd/>
                <a:tailEnd/>
              </a14:hiddenLine>
            </a:ext>
          </a:extLst>
        </p:spPr>
        <p:txBody>
          <a:bodyPr wrap="none" anchor="ctr">
            <a:spAutoFit/>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r>
              <a:rPr lang="en-IE" sz="2400" dirty="0"/>
              <a:t>$ MyFirstProject-exe  </a:t>
            </a:r>
            <a:r>
              <a:rPr lang="en-IE" sz="2400" dirty="0">
                <a:solidFill>
                  <a:srgbClr val="FFFF00"/>
                </a:solidFill>
              </a:rPr>
              <a:t>– runs executable</a:t>
            </a:r>
          </a:p>
        </p:txBody>
      </p:sp>
      <p:pic>
        <p:nvPicPr>
          <p:cNvPr id="4" name="Picture 3">
            <a:extLst>
              <a:ext uri="{FF2B5EF4-FFF2-40B4-BE49-F238E27FC236}">
                <a16:creationId xmlns:a16="http://schemas.microsoft.com/office/drawing/2014/main" id="{6903DEE3-EA64-1C4A-B6A0-98632F2123CC}"/>
              </a:ext>
            </a:extLst>
          </p:cNvPr>
          <p:cNvPicPr>
            <a:picLocks noChangeAspect="1"/>
          </p:cNvPicPr>
          <p:nvPr/>
        </p:nvPicPr>
        <p:blipFill>
          <a:blip r:embed="rId3"/>
          <a:stretch>
            <a:fillRect/>
          </a:stretch>
        </p:blipFill>
        <p:spPr>
          <a:xfrm>
            <a:off x="7118136" y="5199580"/>
            <a:ext cx="3175000" cy="609600"/>
          </a:xfrm>
          <a:prstGeom prst="rect">
            <a:avLst/>
          </a:prstGeom>
        </p:spPr>
      </p:pic>
    </p:spTree>
    <p:extLst>
      <p:ext uri="{BB962C8B-B14F-4D97-AF65-F5344CB8AC3E}">
        <p14:creationId xmlns:p14="http://schemas.microsoft.com/office/powerpoint/2010/main" val="3451509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additive="base">
                                        <p:cTn id="7" dur="500" fill="hold"/>
                                        <p:tgtEl>
                                          <p:spTgt spid="9"/>
                                        </p:tgtEl>
                                        <p:attrNameLst>
                                          <p:attrName>ppt_x</p:attrName>
                                        </p:attrNameLst>
                                      </p:cBhvr>
                                      <p:tavLst>
                                        <p:tav tm="0">
                                          <p:val>
                                            <p:strVal val="#ppt_x"/>
                                          </p:val>
                                        </p:tav>
                                        <p:tav tm="100000">
                                          <p:val>
                                            <p:strVal val="#ppt_x"/>
                                          </p:val>
                                        </p:tav>
                                      </p:tavLst>
                                    </p:anim>
                                    <p:anim calcmode="lin" valueType="num">
                                      <p:cBhvr additive="base">
                                        <p:cTn id="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anim calcmode="lin" valueType="num">
                                      <p:cBhvr additive="base">
                                        <p:cTn id="13" dur="500" fill="hold"/>
                                        <p:tgtEl>
                                          <p:spTgt spid="12"/>
                                        </p:tgtEl>
                                        <p:attrNameLst>
                                          <p:attrName>ppt_x</p:attrName>
                                        </p:attrNameLst>
                                      </p:cBhvr>
                                      <p:tavLst>
                                        <p:tav tm="0">
                                          <p:val>
                                            <p:strVal val="#ppt_x"/>
                                          </p:val>
                                        </p:tav>
                                        <p:tav tm="100000">
                                          <p:val>
                                            <p:strVal val="#ppt_x"/>
                                          </p:val>
                                        </p:tav>
                                      </p:tavLst>
                                    </p:anim>
                                    <p:anim calcmode="lin" valueType="num">
                                      <p:cBhvr additive="base">
                                        <p:cTn id="14" dur="500" fill="hold"/>
                                        <p:tgtEl>
                                          <p:spTgt spid="12"/>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anim calcmode="lin" valueType="num">
                                      <p:cBhvr additive="base">
                                        <p:cTn id="19" dur="500" fill="hold"/>
                                        <p:tgtEl>
                                          <p:spTgt spid="13"/>
                                        </p:tgtEl>
                                        <p:attrNameLst>
                                          <p:attrName>ppt_x</p:attrName>
                                        </p:attrNameLst>
                                      </p:cBhvr>
                                      <p:tavLst>
                                        <p:tav tm="0">
                                          <p:val>
                                            <p:strVal val="#ppt_x"/>
                                          </p:val>
                                        </p:tav>
                                        <p:tav tm="100000">
                                          <p:val>
                                            <p:strVal val="#ppt_x"/>
                                          </p:val>
                                        </p:tav>
                                      </p:tavLst>
                                    </p:anim>
                                    <p:anim calcmode="lin" valueType="num">
                                      <p:cBhvr additive="base">
                                        <p:cTn id="20" dur="500" fill="hold"/>
                                        <p:tgtEl>
                                          <p:spTgt spid="13"/>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anim calcmode="lin" valueType="num">
                                      <p:cBhvr additive="base">
                                        <p:cTn id="25" dur="500" fill="hold"/>
                                        <p:tgtEl>
                                          <p:spTgt spid="14"/>
                                        </p:tgtEl>
                                        <p:attrNameLst>
                                          <p:attrName>ppt_x</p:attrName>
                                        </p:attrNameLst>
                                      </p:cBhvr>
                                      <p:tavLst>
                                        <p:tav tm="0">
                                          <p:val>
                                            <p:strVal val="#ppt_x"/>
                                          </p:val>
                                        </p:tav>
                                        <p:tav tm="100000">
                                          <p:val>
                                            <p:strVal val="#ppt_x"/>
                                          </p:val>
                                        </p:tav>
                                      </p:tavLst>
                                    </p:anim>
                                    <p:anim calcmode="lin" valueType="num">
                                      <p:cBhvr additive="base">
                                        <p:cTn id="26" dur="500" fill="hold"/>
                                        <p:tgtEl>
                                          <p:spTgt spid="14"/>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18"/>
                                        </p:tgtEl>
                                        <p:attrNameLst>
                                          <p:attrName>style.visibility</p:attrName>
                                        </p:attrNameLst>
                                      </p:cBhvr>
                                      <p:to>
                                        <p:strVal val="visible"/>
                                      </p:to>
                                    </p:set>
                                    <p:anim calcmode="lin" valueType="num">
                                      <p:cBhvr additive="base">
                                        <p:cTn id="31" dur="500" fill="hold"/>
                                        <p:tgtEl>
                                          <p:spTgt spid="18"/>
                                        </p:tgtEl>
                                        <p:attrNameLst>
                                          <p:attrName>ppt_x</p:attrName>
                                        </p:attrNameLst>
                                      </p:cBhvr>
                                      <p:tavLst>
                                        <p:tav tm="0">
                                          <p:val>
                                            <p:strVal val="#ppt_x"/>
                                          </p:val>
                                        </p:tav>
                                        <p:tav tm="100000">
                                          <p:val>
                                            <p:strVal val="#ppt_x"/>
                                          </p:val>
                                        </p:tav>
                                      </p:tavLst>
                                    </p:anim>
                                    <p:anim calcmode="lin" valueType="num">
                                      <p:cBhvr additive="base">
                                        <p:cTn id="32" dur="500" fill="hold"/>
                                        <p:tgtEl>
                                          <p:spTgt spid="18"/>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4"/>
                                        </p:tgtEl>
                                        <p:attrNameLst>
                                          <p:attrName>style.visibility</p:attrName>
                                        </p:attrNameLst>
                                      </p:cBhvr>
                                      <p:to>
                                        <p:strVal val="visible"/>
                                      </p:to>
                                    </p:set>
                                    <p:anim calcmode="lin" valueType="num">
                                      <p:cBhvr additive="base">
                                        <p:cTn id="37" dur="500" fill="hold"/>
                                        <p:tgtEl>
                                          <p:spTgt spid="4"/>
                                        </p:tgtEl>
                                        <p:attrNameLst>
                                          <p:attrName>ppt_x</p:attrName>
                                        </p:attrNameLst>
                                      </p:cBhvr>
                                      <p:tavLst>
                                        <p:tav tm="0">
                                          <p:val>
                                            <p:strVal val="#ppt_x"/>
                                          </p:val>
                                        </p:tav>
                                        <p:tav tm="100000">
                                          <p:val>
                                            <p:strVal val="#ppt_x"/>
                                          </p:val>
                                        </p:tav>
                                      </p:tavLst>
                                    </p:anim>
                                    <p:anim calcmode="lin" valueType="num">
                                      <p:cBhvr additive="base">
                                        <p:cTn id="3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2" grpId="0" animBg="1"/>
      <p:bldP spid="13"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p:cNvSpPr>
            <a:spLocks noGrp="1" noChangeArrowheads="1"/>
          </p:cNvSpPr>
          <p:nvPr>
            <p:ph type="title"/>
          </p:nvPr>
        </p:nvSpPr>
        <p:spPr>
          <a:xfrm>
            <a:off x="706142" y="721092"/>
            <a:ext cx="7870634" cy="831352"/>
          </a:xfrm>
        </p:spPr>
        <p:txBody>
          <a:bodyPr/>
          <a:lstStyle/>
          <a:p>
            <a:r>
              <a:rPr lang="en-US" dirty="0">
                <a:latin typeface="Arial Black" charset="0"/>
                <a:ea typeface="ＭＳ Ｐゴシック" charset="0"/>
              </a:rPr>
              <a:t>Using Stack 3/3  </a:t>
            </a:r>
          </a:p>
        </p:txBody>
      </p:sp>
      <p:sp>
        <p:nvSpPr>
          <p:cNvPr id="16385" name="Slide Number Placeholder 2"/>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CC73A6B6-49ED-C641-8D95-0A84FA800C15}" type="slidenum">
              <a:rPr lang="en-US" sz="1400"/>
              <a:pPr/>
              <a:t>6</a:t>
            </a:fld>
            <a:endParaRPr lang="en-US" sz="1400"/>
          </a:p>
        </p:txBody>
      </p:sp>
      <p:sp>
        <p:nvSpPr>
          <p:cNvPr id="5" name="TextBox 4">
            <a:extLst>
              <a:ext uri="{FF2B5EF4-FFF2-40B4-BE49-F238E27FC236}">
                <a16:creationId xmlns:a16="http://schemas.microsoft.com/office/drawing/2014/main" id="{0B34F92E-FEE6-D640-8946-667C87F4B342}"/>
              </a:ext>
            </a:extLst>
          </p:cNvPr>
          <p:cNvSpPr txBox="1"/>
          <p:nvPr/>
        </p:nvSpPr>
        <p:spPr>
          <a:xfrm>
            <a:off x="5140504" y="2866491"/>
            <a:ext cx="184731" cy="1384995"/>
          </a:xfrm>
          <a:prstGeom prst="rect">
            <a:avLst/>
          </a:prstGeom>
          <a:noFill/>
        </p:spPr>
        <p:txBody>
          <a:bodyPr wrap="none" rtlCol="0">
            <a:spAutoFit/>
          </a:bodyPr>
          <a:lstStyle/>
          <a:p>
            <a:endParaRPr lang="en-US" dirty="0"/>
          </a:p>
          <a:p>
            <a:endParaRPr lang="en-US" dirty="0"/>
          </a:p>
          <a:p>
            <a:endParaRPr lang="en-US" dirty="0"/>
          </a:p>
        </p:txBody>
      </p:sp>
      <p:sp>
        <p:nvSpPr>
          <p:cNvPr id="12" name="Text Box 4">
            <a:extLst>
              <a:ext uri="{FF2B5EF4-FFF2-40B4-BE49-F238E27FC236}">
                <a16:creationId xmlns:a16="http://schemas.microsoft.com/office/drawing/2014/main" id="{921B8B86-6C8B-C646-A2C3-F54818875159}"/>
              </a:ext>
            </a:extLst>
          </p:cNvPr>
          <p:cNvSpPr txBox="1">
            <a:spLocks noChangeArrowheads="1"/>
          </p:cNvSpPr>
          <p:nvPr/>
        </p:nvSpPr>
        <p:spPr bwMode="auto">
          <a:xfrm>
            <a:off x="706142" y="3697969"/>
            <a:ext cx="7796173" cy="830997"/>
          </a:xfrm>
          <a:prstGeom prst="rect">
            <a:avLst/>
          </a:prstGeom>
          <a:solidFill>
            <a:schemeClr val="accent1"/>
          </a:solidFill>
          <a:ln>
            <a:noFill/>
          </a:ln>
          <a:extLst>
            <a:ext uri="{91240B29-F687-4f45-9708-019B960494DF}">
              <a14:hiddenLine xmlns="" xmlns:a14="http://schemas.microsoft.com/office/drawing/2010/main" w="12700" cap="sq">
                <a:solidFill>
                  <a:srgbClr val="000000"/>
                </a:solidFill>
                <a:miter lim="800000"/>
                <a:headEnd/>
                <a:tailEnd/>
              </a14:hiddenLine>
            </a:ext>
          </a:extLst>
        </p:spPr>
        <p:txBody>
          <a:bodyPr wrap="none" anchor="ctr">
            <a:spAutoFit/>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r>
              <a:rPr lang="en-IE" sz="2400" dirty="0"/>
              <a:t>$ stack install </a:t>
            </a:r>
            <a:r>
              <a:rPr lang="en-IE" sz="2400" dirty="0">
                <a:solidFill>
                  <a:srgbClr val="FFFF00"/>
                </a:solidFill>
              </a:rPr>
              <a:t>– rebuilds project with updated code and </a:t>
            </a:r>
          </a:p>
          <a:p>
            <a:r>
              <a:rPr lang="en-IE" sz="2400" dirty="0">
                <a:solidFill>
                  <a:srgbClr val="FFFF00"/>
                </a:solidFill>
              </a:rPr>
              <a:t>copies updated executable into common location. </a:t>
            </a:r>
          </a:p>
        </p:txBody>
      </p:sp>
      <p:sp>
        <p:nvSpPr>
          <p:cNvPr id="13" name="Text Box 4">
            <a:extLst>
              <a:ext uri="{FF2B5EF4-FFF2-40B4-BE49-F238E27FC236}">
                <a16:creationId xmlns:a16="http://schemas.microsoft.com/office/drawing/2014/main" id="{FD7EAE52-22CF-F14A-AE9C-08F03E362D28}"/>
              </a:ext>
            </a:extLst>
          </p:cNvPr>
          <p:cNvSpPr txBox="1">
            <a:spLocks noChangeArrowheads="1"/>
          </p:cNvSpPr>
          <p:nvPr/>
        </p:nvSpPr>
        <p:spPr bwMode="auto">
          <a:xfrm>
            <a:off x="1206127" y="5174235"/>
            <a:ext cx="6742102" cy="461665"/>
          </a:xfrm>
          <a:prstGeom prst="rect">
            <a:avLst/>
          </a:prstGeom>
          <a:solidFill>
            <a:schemeClr val="accent1"/>
          </a:solidFill>
          <a:ln>
            <a:noFill/>
          </a:ln>
          <a:extLst>
            <a:ext uri="{91240B29-F687-4f45-9708-019B960494DF}">
              <a14:hiddenLine xmlns="" xmlns:a14="http://schemas.microsoft.com/office/drawing/2010/main" w="12700" cap="sq">
                <a:solidFill>
                  <a:srgbClr val="000000"/>
                </a:solidFill>
                <a:miter lim="800000"/>
                <a:headEnd/>
                <a:tailEnd/>
              </a14:hiddenLine>
            </a:ext>
          </a:extLst>
        </p:spPr>
        <p:txBody>
          <a:bodyPr wrap="none" anchor="ctr">
            <a:spAutoFit/>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r>
              <a:rPr lang="en-IE" sz="2400" dirty="0"/>
              <a:t>$ MyFirstProject-exe  </a:t>
            </a:r>
            <a:r>
              <a:rPr lang="en-IE" sz="2400" dirty="0">
                <a:solidFill>
                  <a:srgbClr val="FFFF00"/>
                </a:solidFill>
              </a:rPr>
              <a:t>– runs updated executable</a:t>
            </a:r>
          </a:p>
        </p:txBody>
      </p:sp>
      <p:pic>
        <p:nvPicPr>
          <p:cNvPr id="2" name="Picture 1">
            <a:extLst>
              <a:ext uri="{FF2B5EF4-FFF2-40B4-BE49-F238E27FC236}">
                <a16:creationId xmlns:a16="http://schemas.microsoft.com/office/drawing/2014/main" id="{241A790B-7527-124F-B6D9-988B1ADD03B3}"/>
              </a:ext>
            </a:extLst>
          </p:cNvPr>
          <p:cNvPicPr>
            <a:picLocks noChangeAspect="1"/>
          </p:cNvPicPr>
          <p:nvPr/>
        </p:nvPicPr>
        <p:blipFill>
          <a:blip r:embed="rId2"/>
          <a:stretch>
            <a:fillRect/>
          </a:stretch>
        </p:blipFill>
        <p:spPr>
          <a:xfrm>
            <a:off x="2802454" y="1844017"/>
            <a:ext cx="4419600" cy="1607585"/>
          </a:xfrm>
          <a:prstGeom prst="rect">
            <a:avLst/>
          </a:prstGeom>
        </p:spPr>
      </p:pic>
      <p:sp>
        <p:nvSpPr>
          <p:cNvPr id="3" name="TextBox 2">
            <a:extLst>
              <a:ext uri="{FF2B5EF4-FFF2-40B4-BE49-F238E27FC236}">
                <a16:creationId xmlns:a16="http://schemas.microsoft.com/office/drawing/2014/main" id="{1706DF8E-6246-BA49-A0A6-CB52AE1DFD26}"/>
              </a:ext>
            </a:extLst>
          </p:cNvPr>
          <p:cNvSpPr txBox="1"/>
          <p:nvPr/>
        </p:nvSpPr>
        <p:spPr>
          <a:xfrm>
            <a:off x="134642" y="2270376"/>
            <a:ext cx="1956529" cy="369332"/>
          </a:xfrm>
          <a:prstGeom prst="rect">
            <a:avLst/>
          </a:prstGeom>
          <a:noFill/>
        </p:spPr>
        <p:txBody>
          <a:bodyPr wrap="square" rtlCol="0">
            <a:spAutoFit/>
          </a:bodyPr>
          <a:lstStyle/>
          <a:p>
            <a:r>
              <a:rPr lang="en-US" dirty="0"/>
              <a:t>Updating project</a:t>
            </a:r>
          </a:p>
        </p:txBody>
      </p:sp>
      <p:cxnSp>
        <p:nvCxnSpPr>
          <p:cNvPr id="10" name="Straight Arrow Connector 9">
            <a:extLst>
              <a:ext uri="{FF2B5EF4-FFF2-40B4-BE49-F238E27FC236}">
                <a16:creationId xmlns:a16="http://schemas.microsoft.com/office/drawing/2014/main" id="{A6E7A6BD-967F-844D-9CBC-DD55E4925C38}"/>
              </a:ext>
            </a:extLst>
          </p:cNvPr>
          <p:cNvCxnSpPr>
            <a:cxnSpLocks/>
            <a:stCxn id="3" idx="3"/>
          </p:cNvCxnSpPr>
          <p:nvPr/>
        </p:nvCxnSpPr>
        <p:spPr bwMode="auto">
          <a:xfrm>
            <a:off x="2091171" y="2455042"/>
            <a:ext cx="1223529" cy="411449"/>
          </a:xfrm>
          <a:prstGeom prst="straightConnector1">
            <a:avLst/>
          </a:prstGeom>
          <a:noFill/>
          <a:ln w="57150" cap="sq" cmpd="sng" algn="ctr">
            <a:solidFill>
              <a:srgbClr val="FFC000"/>
            </a:solidFill>
            <a:prstDash val="solid"/>
            <a:round/>
            <a:headEnd type="none" w="med" len="med"/>
            <a:tailEnd type="triangle"/>
          </a:ln>
          <a:effectLst/>
          <a:extLst>
            <a:ext uri="{909E8E84-426E-40dd-AFC4-6F175D3DCCD1}">
              <a14:hiddenFill xmlns:a14="http://schemas.microsoft.com/office/drawing/2010/main" xmlns="">
                <a:solidFill>
                  <a:schemeClr val="accent1"/>
                </a:solidFill>
              </a14:hiddenFill>
            </a:ext>
            <a:ext uri="{AF507438-7753-43e0-B8FC-AC1667EBCBE1}">
              <a14:hiddenEffects xmlns:a14="http://schemas.microsoft.com/office/drawing/2010/main" xmlns="">
                <a:effectLst>
                  <a:outerShdw blurRad="63500" dist="35921" dir="2700000" algn="ctr" rotWithShape="0">
                    <a:schemeClr val="bg2"/>
                  </a:outerShdw>
                </a:effectLst>
              </a14:hiddenEffects>
            </a:ext>
          </a:extLst>
        </p:spPr>
      </p:cxnSp>
      <p:pic>
        <p:nvPicPr>
          <p:cNvPr id="11" name="Picture 10">
            <a:extLst>
              <a:ext uri="{FF2B5EF4-FFF2-40B4-BE49-F238E27FC236}">
                <a16:creationId xmlns:a16="http://schemas.microsoft.com/office/drawing/2014/main" id="{725FC8EF-58E4-0F4E-BE6D-5C963F3DEDF8}"/>
              </a:ext>
            </a:extLst>
          </p:cNvPr>
          <p:cNvPicPr>
            <a:picLocks noChangeAspect="1"/>
          </p:cNvPicPr>
          <p:nvPr/>
        </p:nvPicPr>
        <p:blipFill>
          <a:blip r:embed="rId3"/>
          <a:stretch>
            <a:fillRect/>
          </a:stretch>
        </p:blipFill>
        <p:spPr>
          <a:xfrm>
            <a:off x="7770357" y="6065289"/>
            <a:ext cx="2959100" cy="673100"/>
          </a:xfrm>
          <a:prstGeom prst="rect">
            <a:avLst/>
          </a:prstGeom>
        </p:spPr>
      </p:pic>
      <p:cxnSp>
        <p:nvCxnSpPr>
          <p:cNvPr id="19" name="Straight Arrow Connector 18">
            <a:extLst>
              <a:ext uri="{FF2B5EF4-FFF2-40B4-BE49-F238E27FC236}">
                <a16:creationId xmlns:a16="http://schemas.microsoft.com/office/drawing/2014/main" id="{D69C4E70-26ED-FE47-8048-A9EC0BB80D40}"/>
              </a:ext>
            </a:extLst>
          </p:cNvPr>
          <p:cNvCxnSpPr>
            <a:cxnSpLocks/>
          </p:cNvCxnSpPr>
          <p:nvPr/>
        </p:nvCxnSpPr>
        <p:spPr bwMode="auto">
          <a:xfrm>
            <a:off x="4131129" y="5740831"/>
            <a:ext cx="3506234" cy="550290"/>
          </a:xfrm>
          <a:prstGeom prst="straightConnector1">
            <a:avLst/>
          </a:prstGeom>
          <a:noFill/>
          <a:ln w="57150" cap="sq" cmpd="sng" algn="ctr">
            <a:solidFill>
              <a:schemeClr val="tx2"/>
            </a:solidFill>
            <a:prstDash val="solid"/>
            <a:round/>
            <a:headEnd type="none" w="med" len="med"/>
            <a:tailEnd type="triangle"/>
          </a:ln>
          <a:effectLst/>
          <a:extLst>
            <a:ext uri="{909E8E84-426E-40dd-AFC4-6F175D3DCCD1}">
              <a14:hiddenFill xmlns:a14="http://schemas.microsoft.com/office/drawing/2010/main" xmlns="">
                <a:solidFill>
                  <a:schemeClr val="accent1"/>
                </a:solidFill>
              </a14:hiddenFill>
            </a:ext>
            <a:ext uri="{AF507438-7753-43e0-B8FC-AC1667EBCBE1}">
              <a14:hiddenEffects xmlns:a14="http://schemas.microsoft.com/office/drawing/2010/main" xmlns="">
                <a:effectLst>
                  <a:outerShdw blurRad="63500" dist="35921" dir="2700000" algn="ctr" rotWithShape="0">
                    <a:schemeClr val="bg2"/>
                  </a:outerShdw>
                </a:effectLst>
              </a14:hiddenEffects>
            </a:ext>
          </a:extLst>
        </p:spPr>
      </p:cxnSp>
      <p:sp>
        <p:nvSpPr>
          <p:cNvPr id="4" name="Rectangular Callout 3">
            <a:extLst>
              <a:ext uri="{FF2B5EF4-FFF2-40B4-BE49-F238E27FC236}">
                <a16:creationId xmlns:a16="http://schemas.microsoft.com/office/drawing/2014/main" id="{A1FF97D8-E9D9-3F4A-A11E-68CF725BDDB6}"/>
              </a:ext>
            </a:extLst>
          </p:cNvPr>
          <p:cNvSpPr/>
          <p:nvPr/>
        </p:nvSpPr>
        <p:spPr bwMode="auto">
          <a:xfrm>
            <a:off x="7411719" y="1597548"/>
            <a:ext cx="2938408" cy="1015663"/>
          </a:xfrm>
          <a:prstGeom prst="wedgeRectCallout">
            <a:avLst>
              <a:gd name="adj1" fmla="val 2594"/>
              <a:gd name="adj2" fmla="val 228398"/>
            </a:avLst>
          </a:prstGeom>
          <a:solidFill>
            <a:srgbClr val="FFC000"/>
          </a:solidFill>
          <a:ln w="12700" cap="sq" cmpd="sng" algn="ctr">
            <a:solidFill>
              <a:srgbClr val="FFC000"/>
            </a:solidFill>
            <a:prstDash val="solid"/>
            <a:round/>
            <a:headEnd type="none" w="med" len="med"/>
            <a:tailEnd type="none" w="med" len="med"/>
          </a:ln>
          <a:effectLst/>
          <a:extLst>
            <a:ext uri="{909E8E84-426E-40dd-AFC4-6F175D3DCCD1}">
              <a14:hiddenFill xmlns:a14="http://schemas.microsoft.com/office/drawing/2010/main" xmlns="">
                <a:solidFill>
                  <a:schemeClr val="accent1"/>
                </a:solidFill>
              </a14:hiddenFill>
            </a:ext>
            <a:ext uri="{AF507438-7753-43e0-B8FC-AC1667EBCBE1}">
              <a14:hiddenEffects xmlns:a14="http://schemas.microsoft.com/office/drawing/2010/main" xmlns="">
                <a:effectLst>
                  <a:outerShdw blurRad="63500"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spAutoFit/>
          </a:bodyPr>
          <a:lstStyle/>
          <a:p>
            <a:r>
              <a:rPr lang="en-US" sz="2000" dirty="0"/>
              <a:t>You may need to add this common location to your system path</a:t>
            </a:r>
          </a:p>
        </p:txBody>
      </p:sp>
    </p:spTree>
    <p:extLst>
      <p:ext uri="{BB962C8B-B14F-4D97-AF65-F5344CB8AC3E}">
        <p14:creationId xmlns:p14="http://schemas.microsoft.com/office/powerpoint/2010/main" val="7075091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anim calcmode="lin" valueType="num">
                                      <p:cBhvr additive="base">
                                        <p:cTn id="13" dur="500" fill="hold"/>
                                        <p:tgtEl>
                                          <p:spTgt spid="10"/>
                                        </p:tgtEl>
                                        <p:attrNameLst>
                                          <p:attrName>ppt_x</p:attrName>
                                        </p:attrNameLst>
                                      </p:cBhvr>
                                      <p:tavLst>
                                        <p:tav tm="0">
                                          <p:val>
                                            <p:strVal val="#ppt_x"/>
                                          </p:val>
                                        </p:tav>
                                        <p:tav tm="100000">
                                          <p:val>
                                            <p:strVal val="#ppt_x"/>
                                          </p:val>
                                        </p:tav>
                                      </p:tavLst>
                                    </p:anim>
                                    <p:anim calcmode="lin" valueType="num">
                                      <p:cBhvr additive="base">
                                        <p:cTn id="14"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anim calcmode="lin" valueType="num">
                                      <p:cBhvr additive="base">
                                        <p:cTn id="19" dur="500" fill="hold"/>
                                        <p:tgtEl>
                                          <p:spTgt spid="12"/>
                                        </p:tgtEl>
                                        <p:attrNameLst>
                                          <p:attrName>ppt_x</p:attrName>
                                        </p:attrNameLst>
                                      </p:cBhvr>
                                      <p:tavLst>
                                        <p:tav tm="0">
                                          <p:val>
                                            <p:strVal val="#ppt_x"/>
                                          </p:val>
                                        </p:tav>
                                        <p:tav tm="100000">
                                          <p:val>
                                            <p:strVal val="#ppt_x"/>
                                          </p:val>
                                        </p:tav>
                                      </p:tavLst>
                                    </p:anim>
                                    <p:anim calcmode="lin" valueType="num">
                                      <p:cBhvr additive="base">
                                        <p:cTn id="20" dur="500" fill="hold"/>
                                        <p:tgtEl>
                                          <p:spTgt spid="12"/>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4"/>
                                        </p:tgtEl>
                                        <p:attrNameLst>
                                          <p:attrName>style.visibility</p:attrName>
                                        </p:attrNameLst>
                                      </p:cBhvr>
                                      <p:to>
                                        <p:strVal val="visible"/>
                                      </p:to>
                                    </p:set>
                                    <p:anim calcmode="lin" valueType="num">
                                      <p:cBhvr additive="base">
                                        <p:cTn id="25" dur="500" fill="hold"/>
                                        <p:tgtEl>
                                          <p:spTgt spid="4"/>
                                        </p:tgtEl>
                                        <p:attrNameLst>
                                          <p:attrName>ppt_x</p:attrName>
                                        </p:attrNameLst>
                                      </p:cBhvr>
                                      <p:tavLst>
                                        <p:tav tm="0">
                                          <p:val>
                                            <p:strVal val="#ppt_x"/>
                                          </p:val>
                                        </p:tav>
                                        <p:tav tm="100000">
                                          <p:val>
                                            <p:strVal val="#ppt_x"/>
                                          </p:val>
                                        </p:tav>
                                      </p:tavLst>
                                    </p:anim>
                                    <p:anim calcmode="lin" valueType="num">
                                      <p:cBhvr additive="base">
                                        <p:cTn id="26"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13"/>
                                        </p:tgtEl>
                                        <p:attrNameLst>
                                          <p:attrName>style.visibility</p:attrName>
                                        </p:attrNameLst>
                                      </p:cBhvr>
                                      <p:to>
                                        <p:strVal val="visible"/>
                                      </p:to>
                                    </p:set>
                                    <p:anim calcmode="lin" valueType="num">
                                      <p:cBhvr additive="base">
                                        <p:cTn id="31" dur="500" fill="hold"/>
                                        <p:tgtEl>
                                          <p:spTgt spid="13"/>
                                        </p:tgtEl>
                                        <p:attrNameLst>
                                          <p:attrName>ppt_x</p:attrName>
                                        </p:attrNameLst>
                                      </p:cBhvr>
                                      <p:tavLst>
                                        <p:tav tm="0">
                                          <p:val>
                                            <p:strVal val="#ppt_x"/>
                                          </p:val>
                                        </p:tav>
                                        <p:tav tm="100000">
                                          <p:val>
                                            <p:strVal val="#ppt_x"/>
                                          </p:val>
                                        </p:tav>
                                      </p:tavLst>
                                    </p:anim>
                                    <p:anim calcmode="lin" valueType="num">
                                      <p:cBhvr additive="base">
                                        <p:cTn id="32" dur="500" fill="hold"/>
                                        <p:tgtEl>
                                          <p:spTgt spid="13"/>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19"/>
                                        </p:tgtEl>
                                        <p:attrNameLst>
                                          <p:attrName>style.visibility</p:attrName>
                                        </p:attrNameLst>
                                      </p:cBhvr>
                                      <p:to>
                                        <p:strVal val="visible"/>
                                      </p:to>
                                    </p:set>
                                    <p:anim calcmode="lin" valueType="num">
                                      <p:cBhvr additive="base">
                                        <p:cTn id="37" dur="500" fill="hold"/>
                                        <p:tgtEl>
                                          <p:spTgt spid="19"/>
                                        </p:tgtEl>
                                        <p:attrNameLst>
                                          <p:attrName>ppt_x</p:attrName>
                                        </p:attrNameLst>
                                      </p:cBhvr>
                                      <p:tavLst>
                                        <p:tav tm="0">
                                          <p:val>
                                            <p:strVal val="#ppt_x"/>
                                          </p:val>
                                        </p:tav>
                                        <p:tav tm="100000">
                                          <p:val>
                                            <p:strVal val="#ppt_x"/>
                                          </p:val>
                                        </p:tav>
                                      </p:tavLst>
                                    </p:anim>
                                    <p:anim calcmode="lin" valueType="num">
                                      <p:cBhvr additive="base">
                                        <p:cTn id="38" dur="500" fill="hold"/>
                                        <p:tgtEl>
                                          <p:spTgt spid="19"/>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nodeType="clickEffect">
                                  <p:stCondLst>
                                    <p:cond delay="0"/>
                                  </p:stCondLst>
                                  <p:childTnLst>
                                    <p:set>
                                      <p:cBhvr>
                                        <p:cTn id="42" dur="1" fill="hold">
                                          <p:stCondLst>
                                            <p:cond delay="0"/>
                                          </p:stCondLst>
                                        </p:cTn>
                                        <p:tgtEl>
                                          <p:spTgt spid="11"/>
                                        </p:tgtEl>
                                        <p:attrNameLst>
                                          <p:attrName>style.visibility</p:attrName>
                                        </p:attrNameLst>
                                      </p:cBhvr>
                                      <p:to>
                                        <p:strVal val="visible"/>
                                      </p:to>
                                    </p:set>
                                    <p:anim calcmode="lin" valueType="num">
                                      <p:cBhvr additive="base">
                                        <p:cTn id="43" dur="500" fill="hold"/>
                                        <p:tgtEl>
                                          <p:spTgt spid="11"/>
                                        </p:tgtEl>
                                        <p:attrNameLst>
                                          <p:attrName>ppt_x</p:attrName>
                                        </p:attrNameLst>
                                      </p:cBhvr>
                                      <p:tavLst>
                                        <p:tav tm="0">
                                          <p:val>
                                            <p:strVal val="#ppt_x"/>
                                          </p:val>
                                        </p:tav>
                                        <p:tav tm="100000">
                                          <p:val>
                                            <p:strVal val="#ppt_x"/>
                                          </p:val>
                                        </p:tav>
                                      </p:tavLst>
                                    </p:anim>
                                    <p:anim calcmode="lin" valueType="num">
                                      <p:cBhvr additive="base">
                                        <p:cTn id="44"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P spid="4"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 name="Picture 13" descr="Table&#10;&#10;Description automatically generated with low confidence">
            <a:extLst>
              <a:ext uri="{FF2B5EF4-FFF2-40B4-BE49-F238E27FC236}">
                <a16:creationId xmlns:a16="http://schemas.microsoft.com/office/drawing/2014/main" id="{2F6FB75B-D968-FF4C-8B45-8C2392D3C0D9}"/>
              </a:ext>
            </a:extLst>
          </p:cNvPr>
          <p:cNvPicPr>
            <a:picLocks noChangeAspect="1"/>
          </p:cNvPicPr>
          <p:nvPr/>
        </p:nvPicPr>
        <p:blipFill>
          <a:blip r:embed="rId2"/>
          <a:stretch>
            <a:fillRect/>
          </a:stretch>
        </p:blipFill>
        <p:spPr>
          <a:xfrm>
            <a:off x="7353425" y="1289540"/>
            <a:ext cx="3275445" cy="4335765"/>
          </a:xfrm>
          <a:prstGeom prst="rect">
            <a:avLst/>
          </a:prstGeom>
        </p:spPr>
      </p:pic>
      <p:sp>
        <p:nvSpPr>
          <p:cNvPr id="16386" name="Rectangle 2"/>
          <p:cNvSpPr>
            <a:spLocks noGrp="1" noChangeArrowheads="1"/>
          </p:cNvSpPr>
          <p:nvPr>
            <p:ph type="title"/>
          </p:nvPr>
        </p:nvSpPr>
        <p:spPr>
          <a:xfrm>
            <a:off x="612535" y="712354"/>
            <a:ext cx="7870634" cy="831352"/>
          </a:xfrm>
        </p:spPr>
        <p:txBody>
          <a:bodyPr/>
          <a:lstStyle/>
          <a:p>
            <a:r>
              <a:rPr lang="en-US" dirty="0">
                <a:latin typeface="Arial Black" charset="0"/>
                <a:ea typeface="ＭＳ Ｐゴシック" charset="0"/>
              </a:rPr>
              <a:t>Where is everything in Stack structure? </a:t>
            </a:r>
          </a:p>
        </p:txBody>
      </p:sp>
      <p:sp>
        <p:nvSpPr>
          <p:cNvPr id="16385" name="Slide Number Placeholder 2"/>
          <p:cNvSpPr>
            <a:spLocks noGrp="1"/>
          </p:cNvSpPr>
          <p:nvPr>
            <p:ph type="sldNum" sz="quarter" idx="12"/>
          </p:nvPr>
        </p:nvSpPr>
        <p:spPr>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CC73A6B6-49ED-C641-8D95-0A84FA800C15}" type="slidenum">
              <a:rPr lang="en-US" sz="1400"/>
              <a:pPr/>
              <a:t>7</a:t>
            </a:fld>
            <a:endParaRPr lang="en-US" sz="1400"/>
          </a:p>
        </p:txBody>
      </p:sp>
      <p:sp>
        <p:nvSpPr>
          <p:cNvPr id="5" name="TextBox 4">
            <a:extLst>
              <a:ext uri="{FF2B5EF4-FFF2-40B4-BE49-F238E27FC236}">
                <a16:creationId xmlns:a16="http://schemas.microsoft.com/office/drawing/2014/main" id="{0B34F92E-FEE6-D640-8946-667C87F4B342}"/>
              </a:ext>
            </a:extLst>
          </p:cNvPr>
          <p:cNvSpPr txBox="1"/>
          <p:nvPr/>
        </p:nvSpPr>
        <p:spPr>
          <a:xfrm>
            <a:off x="5140504" y="2866491"/>
            <a:ext cx="184731" cy="1384995"/>
          </a:xfrm>
          <a:prstGeom prst="rect">
            <a:avLst/>
          </a:prstGeom>
          <a:noFill/>
        </p:spPr>
        <p:txBody>
          <a:bodyPr wrap="none" rtlCol="0">
            <a:spAutoFit/>
          </a:bodyPr>
          <a:lstStyle/>
          <a:p>
            <a:endParaRPr lang="en-US" dirty="0"/>
          </a:p>
          <a:p>
            <a:endParaRPr lang="en-US" dirty="0"/>
          </a:p>
          <a:p>
            <a:endParaRPr lang="en-US" dirty="0"/>
          </a:p>
        </p:txBody>
      </p:sp>
      <p:sp>
        <p:nvSpPr>
          <p:cNvPr id="4" name="Rounded Rectangular Callout 3">
            <a:extLst>
              <a:ext uri="{FF2B5EF4-FFF2-40B4-BE49-F238E27FC236}">
                <a16:creationId xmlns:a16="http://schemas.microsoft.com/office/drawing/2014/main" id="{87920FFC-ECD6-054C-BFCA-0F9A96016649}"/>
              </a:ext>
            </a:extLst>
          </p:cNvPr>
          <p:cNvSpPr/>
          <p:nvPr/>
        </p:nvSpPr>
        <p:spPr bwMode="auto">
          <a:xfrm>
            <a:off x="2022909" y="1923191"/>
            <a:ext cx="3117595" cy="715089"/>
          </a:xfrm>
          <a:prstGeom prst="wedgeRoundRectCallout">
            <a:avLst>
              <a:gd name="adj1" fmla="val 132467"/>
              <a:gd name="adj2" fmla="val 31818"/>
              <a:gd name="adj3" fmla="val 16667"/>
            </a:avLst>
          </a:prstGeom>
          <a:solidFill>
            <a:srgbClr val="FFC000"/>
          </a:solidFill>
          <a:ln w="12700" cap="sq" cmpd="sng" algn="ctr">
            <a:solidFill>
              <a:schemeClr val="tx1"/>
            </a:solidFill>
            <a:prstDash val="solid"/>
            <a:round/>
            <a:headEnd type="none" w="med" len="med"/>
            <a:tailEnd type="none" w="med" len="med"/>
          </a:ln>
          <a:effectLst/>
          <a:extLst>
            <a:ext uri="{909E8E84-426E-40dd-AFC4-6F175D3DCCD1}">
              <a14:hiddenFill xmlns:a14="http://schemas.microsoft.com/office/drawing/2010/main" xmlns="">
                <a:solidFill>
                  <a:schemeClr val="accent1"/>
                </a:solidFill>
              </a14:hiddenFill>
            </a:ext>
            <a:ext uri="{AF507438-7753-43e0-B8FC-AC1667EBCBE1}">
              <a14:hiddenEffects xmlns:a14="http://schemas.microsoft.com/office/drawing/2010/main" xmlns="">
                <a:effectLst>
                  <a:outerShdw blurRad="63500"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spAutoFit/>
          </a:bodyPr>
          <a:lstStyle/>
          <a:p>
            <a:r>
              <a:rPr lang="en-US" dirty="0"/>
              <a:t>app – </a:t>
            </a:r>
            <a:r>
              <a:rPr lang="en-US" dirty="0" err="1"/>
              <a:t>e.g</a:t>
            </a:r>
            <a:r>
              <a:rPr lang="en-US" dirty="0"/>
              <a:t> Driver code – we talk to world here </a:t>
            </a:r>
          </a:p>
        </p:txBody>
      </p:sp>
      <p:sp>
        <p:nvSpPr>
          <p:cNvPr id="16" name="Rounded Rectangular Callout 15">
            <a:extLst>
              <a:ext uri="{FF2B5EF4-FFF2-40B4-BE49-F238E27FC236}">
                <a16:creationId xmlns:a16="http://schemas.microsoft.com/office/drawing/2014/main" id="{70CA3007-1BAF-B64D-B5C7-6AAF80E5B45D}"/>
              </a:ext>
            </a:extLst>
          </p:cNvPr>
          <p:cNvSpPr/>
          <p:nvPr/>
        </p:nvSpPr>
        <p:spPr bwMode="auto">
          <a:xfrm>
            <a:off x="2022909" y="2974862"/>
            <a:ext cx="2630184" cy="1021556"/>
          </a:xfrm>
          <a:prstGeom prst="wedgeRoundRectCallout">
            <a:avLst>
              <a:gd name="adj1" fmla="val 165354"/>
              <a:gd name="adj2" fmla="val -77572"/>
              <a:gd name="adj3" fmla="val 16667"/>
            </a:avLst>
          </a:prstGeom>
          <a:solidFill>
            <a:srgbClr val="FFC000"/>
          </a:solidFill>
          <a:ln w="12700" cap="sq" cmpd="sng" algn="ctr">
            <a:solidFill>
              <a:schemeClr val="tx1"/>
            </a:solidFill>
            <a:prstDash val="solid"/>
            <a:round/>
            <a:headEnd type="none" w="med" len="med"/>
            <a:tailEnd type="none" w="med" len="med"/>
          </a:ln>
          <a:effectLst/>
          <a:extLst>
            <a:ext uri="{909E8E84-426E-40dd-AFC4-6F175D3DCCD1}">
              <a14:hiddenFill xmlns:a14="http://schemas.microsoft.com/office/drawing/2010/main" xmlns="">
                <a:solidFill>
                  <a:schemeClr val="accent1"/>
                </a:solidFill>
              </a14:hiddenFill>
            </a:ext>
            <a:ext uri="{AF507438-7753-43e0-B8FC-AC1667EBCBE1}">
              <a14:hiddenEffects xmlns:a14="http://schemas.microsoft.com/office/drawing/2010/main" xmlns="">
                <a:effectLst>
                  <a:outerShdw blurRad="63500"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spAutoFit/>
          </a:bodyPr>
          <a:lstStyle/>
          <a:p>
            <a:r>
              <a:rPr lang="en-US" dirty="0" err="1"/>
              <a:t>src</a:t>
            </a:r>
            <a:r>
              <a:rPr lang="en-US" dirty="0"/>
              <a:t> – e.g. Library code – functions here (‘heavy lifting’)</a:t>
            </a:r>
          </a:p>
        </p:txBody>
      </p:sp>
      <p:sp>
        <p:nvSpPr>
          <p:cNvPr id="17" name="Rounded Rectangular Callout 16">
            <a:extLst>
              <a:ext uri="{FF2B5EF4-FFF2-40B4-BE49-F238E27FC236}">
                <a16:creationId xmlns:a16="http://schemas.microsoft.com/office/drawing/2014/main" id="{813D3BCD-97F0-FD4C-9523-9458EBF5A596}"/>
              </a:ext>
            </a:extLst>
          </p:cNvPr>
          <p:cNvSpPr/>
          <p:nvPr/>
        </p:nvSpPr>
        <p:spPr bwMode="auto">
          <a:xfrm>
            <a:off x="2018988" y="4602626"/>
            <a:ext cx="2589088" cy="408623"/>
          </a:xfrm>
          <a:prstGeom prst="wedgeRoundRectCallout">
            <a:avLst>
              <a:gd name="adj1" fmla="val 176325"/>
              <a:gd name="adj2" fmla="val -228381"/>
              <a:gd name="adj3" fmla="val 16667"/>
            </a:avLst>
          </a:prstGeom>
          <a:solidFill>
            <a:srgbClr val="FFC000"/>
          </a:solidFill>
          <a:ln w="12700" cap="sq" cmpd="sng" algn="ctr">
            <a:solidFill>
              <a:schemeClr val="tx1"/>
            </a:solidFill>
            <a:prstDash val="solid"/>
            <a:round/>
            <a:headEnd type="none" w="med" len="med"/>
            <a:tailEnd type="none" w="med" len="med"/>
          </a:ln>
          <a:effectLst/>
          <a:extLst>
            <a:ext uri="{909E8E84-426E-40dd-AFC4-6F175D3DCCD1}">
              <a14:hiddenFill xmlns:a14="http://schemas.microsoft.com/office/drawing/2010/main" xmlns="">
                <a:solidFill>
                  <a:schemeClr val="accent1"/>
                </a:solidFill>
              </a14:hiddenFill>
            </a:ext>
            <a:ext uri="{AF507438-7753-43e0-B8FC-AC1667EBCBE1}">
              <a14:hiddenEffects xmlns:a14="http://schemas.microsoft.com/office/drawing/2010/main" xmlns="">
                <a:effectLst>
                  <a:outerShdw blurRad="63500"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spAutoFit/>
          </a:bodyPr>
          <a:lstStyle/>
          <a:p>
            <a:r>
              <a:rPr lang="en-US" dirty="0"/>
              <a:t>Testing section</a:t>
            </a:r>
          </a:p>
        </p:txBody>
      </p:sp>
      <p:sp>
        <p:nvSpPr>
          <p:cNvPr id="18" name="Rounded Rectangular Callout 17">
            <a:extLst>
              <a:ext uri="{FF2B5EF4-FFF2-40B4-BE49-F238E27FC236}">
                <a16:creationId xmlns:a16="http://schemas.microsoft.com/office/drawing/2014/main" id="{2C220037-5CA0-4E46-A039-F2C36F64768B}"/>
              </a:ext>
            </a:extLst>
          </p:cNvPr>
          <p:cNvSpPr/>
          <p:nvPr/>
        </p:nvSpPr>
        <p:spPr bwMode="auto">
          <a:xfrm>
            <a:off x="1698661" y="5617457"/>
            <a:ext cx="5465852" cy="1055608"/>
          </a:xfrm>
          <a:prstGeom prst="wedgeRoundRectCallout">
            <a:avLst>
              <a:gd name="adj1" fmla="val 60854"/>
              <a:gd name="adj2" fmla="val -245731"/>
              <a:gd name="adj3" fmla="val 16667"/>
            </a:avLst>
          </a:prstGeom>
          <a:solidFill>
            <a:srgbClr val="FFC000"/>
          </a:solidFill>
          <a:ln w="12700" cap="sq" cmpd="sng" algn="ctr">
            <a:solidFill>
              <a:schemeClr val="tx1"/>
            </a:solidFill>
            <a:prstDash val="solid"/>
            <a:round/>
            <a:headEnd type="none" w="med" len="med"/>
            <a:tailEnd type="none" w="med" len="med"/>
          </a:ln>
          <a:effectLst/>
          <a:extLst>
            <a:ext uri="{909E8E84-426E-40dd-AFC4-6F175D3DCCD1}">
              <a14:hiddenFill xmlns:a14="http://schemas.microsoft.com/office/drawing/2010/main" xmlns="">
                <a:solidFill>
                  <a:schemeClr val="accent1"/>
                </a:solidFill>
              </a14:hiddenFill>
            </a:ext>
            <a:ext uri="{AF507438-7753-43e0-B8FC-AC1667EBCBE1}">
              <a14:hiddenEffects xmlns:a14="http://schemas.microsoft.com/office/drawing/2010/main" xmlns="">
                <a:effectLst>
                  <a:outerShdw blurRad="63500"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spAutoFit/>
          </a:bodyPr>
          <a:lstStyle/>
          <a:p>
            <a:r>
              <a:rPr lang="en-US" dirty="0"/>
              <a:t>Where we define dependencies – allows us to sandbox </a:t>
            </a:r>
          </a:p>
        </p:txBody>
      </p:sp>
      <p:cxnSp>
        <p:nvCxnSpPr>
          <p:cNvPr id="24" name="Straight Connector 23">
            <a:extLst>
              <a:ext uri="{FF2B5EF4-FFF2-40B4-BE49-F238E27FC236}">
                <a16:creationId xmlns:a16="http://schemas.microsoft.com/office/drawing/2014/main" id="{5651907E-6D0D-A646-A901-C69E47F6CE04}"/>
              </a:ext>
            </a:extLst>
          </p:cNvPr>
          <p:cNvCxnSpPr>
            <a:cxnSpLocks/>
          </p:cNvCxnSpPr>
          <p:nvPr/>
        </p:nvCxnSpPr>
        <p:spPr bwMode="auto">
          <a:xfrm>
            <a:off x="9088550" y="3694916"/>
            <a:ext cx="0" cy="1467852"/>
          </a:xfrm>
          <a:prstGeom prst="line">
            <a:avLst/>
          </a:prstGeom>
          <a:noFill/>
          <a:ln w="44450" cap="sq" cmpd="sng" algn="ctr">
            <a:solidFill>
              <a:schemeClr val="tx2"/>
            </a:solidFill>
            <a:prstDash val="solid"/>
            <a:round/>
            <a:headEnd type="none" w="med" len="med"/>
            <a:tailEnd type="none" w="med" len="med"/>
          </a:ln>
          <a:effectLst/>
          <a:extLst>
            <a:ext uri="{909E8E84-426E-40dd-AFC4-6F175D3DCCD1}">
              <a14:hiddenFill xmlns:a14="http://schemas.microsoft.com/office/drawing/2010/main" xmlns="">
                <a:solidFill>
                  <a:schemeClr val="accent1"/>
                </a:solidFill>
              </a14:hiddenFill>
            </a:ext>
            <a:ext uri="{AF507438-7753-43e0-B8FC-AC1667EBCBE1}">
              <a14:hiddenEffects xmlns:a14="http://schemas.microsoft.com/office/drawing/2010/main" xmlns="">
                <a:effectLst>
                  <a:outerShdw blurRad="63500" dist="35921" dir="2700000" algn="ctr" rotWithShape="0">
                    <a:schemeClr val="bg2"/>
                  </a:outerShdw>
                </a:effectLst>
              </a14:hiddenEffects>
            </a:ext>
          </a:extLst>
        </p:spPr>
      </p:cxnSp>
      <p:sp>
        <p:nvSpPr>
          <p:cNvPr id="26" name="TextBox 25">
            <a:extLst>
              <a:ext uri="{FF2B5EF4-FFF2-40B4-BE49-F238E27FC236}">
                <a16:creationId xmlns:a16="http://schemas.microsoft.com/office/drawing/2014/main" id="{35AD4B28-9D9F-9F43-B003-D0951711247F}"/>
              </a:ext>
            </a:extLst>
          </p:cNvPr>
          <p:cNvSpPr txBox="1"/>
          <p:nvPr/>
        </p:nvSpPr>
        <p:spPr>
          <a:xfrm>
            <a:off x="9278615" y="4064409"/>
            <a:ext cx="986590" cy="954107"/>
          </a:xfrm>
          <a:prstGeom prst="rect">
            <a:avLst/>
          </a:prstGeom>
          <a:solidFill>
            <a:schemeClr val="bg1"/>
          </a:solidFill>
        </p:spPr>
        <p:txBody>
          <a:bodyPr wrap="square" rtlCol="0">
            <a:spAutoFit/>
          </a:bodyPr>
          <a:lstStyle/>
          <a:p>
            <a:r>
              <a:rPr lang="en-US" sz="1400" dirty="0"/>
              <a:t>Don’t need to change these</a:t>
            </a:r>
          </a:p>
        </p:txBody>
      </p:sp>
    </p:spTree>
    <p:extLst>
      <p:ext uri="{BB962C8B-B14F-4D97-AF65-F5344CB8AC3E}">
        <p14:creationId xmlns:p14="http://schemas.microsoft.com/office/powerpoint/2010/main" val="22439926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 calcmode="lin" valueType="num">
                                      <p:cBhvr additive="base">
                                        <p:cTn id="7" dur="500" fill="hold"/>
                                        <p:tgtEl>
                                          <p:spTgt spid="14"/>
                                        </p:tgtEl>
                                        <p:attrNameLst>
                                          <p:attrName>ppt_x</p:attrName>
                                        </p:attrNameLst>
                                      </p:cBhvr>
                                      <p:tavLst>
                                        <p:tav tm="0">
                                          <p:val>
                                            <p:strVal val="#ppt_x"/>
                                          </p:val>
                                        </p:tav>
                                        <p:tav tm="100000">
                                          <p:val>
                                            <p:strVal val="#ppt_x"/>
                                          </p:val>
                                        </p:tav>
                                      </p:tavLst>
                                    </p:anim>
                                    <p:anim calcmode="lin" valueType="num">
                                      <p:cBhvr additive="base">
                                        <p:cTn id="8" dur="500" fill="hold"/>
                                        <p:tgtEl>
                                          <p:spTgt spid="1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4"/>
                                        </p:tgtEl>
                                        <p:attrNameLst>
                                          <p:attrName>style.visibility</p:attrName>
                                        </p:attrNameLst>
                                      </p:cBhvr>
                                      <p:to>
                                        <p:strVal val="visible"/>
                                      </p:to>
                                    </p:set>
                                    <p:anim calcmode="lin" valueType="num">
                                      <p:cBhvr additive="base">
                                        <p:cTn id="13" dur="500" fill="hold"/>
                                        <p:tgtEl>
                                          <p:spTgt spid="4"/>
                                        </p:tgtEl>
                                        <p:attrNameLst>
                                          <p:attrName>ppt_x</p:attrName>
                                        </p:attrNameLst>
                                      </p:cBhvr>
                                      <p:tavLst>
                                        <p:tav tm="0">
                                          <p:val>
                                            <p:strVal val="#ppt_x"/>
                                          </p:val>
                                        </p:tav>
                                        <p:tav tm="100000">
                                          <p:val>
                                            <p:strVal val="#ppt_x"/>
                                          </p:val>
                                        </p:tav>
                                      </p:tavLst>
                                    </p:anim>
                                    <p:anim calcmode="lin" valueType="num">
                                      <p:cBhvr additive="base">
                                        <p:cTn id="14"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16"/>
                                        </p:tgtEl>
                                        <p:attrNameLst>
                                          <p:attrName>style.visibility</p:attrName>
                                        </p:attrNameLst>
                                      </p:cBhvr>
                                      <p:to>
                                        <p:strVal val="visible"/>
                                      </p:to>
                                    </p:set>
                                    <p:anim calcmode="lin" valueType="num">
                                      <p:cBhvr additive="base">
                                        <p:cTn id="19" dur="500" fill="hold"/>
                                        <p:tgtEl>
                                          <p:spTgt spid="16"/>
                                        </p:tgtEl>
                                        <p:attrNameLst>
                                          <p:attrName>ppt_x</p:attrName>
                                        </p:attrNameLst>
                                      </p:cBhvr>
                                      <p:tavLst>
                                        <p:tav tm="0">
                                          <p:val>
                                            <p:strVal val="#ppt_x"/>
                                          </p:val>
                                        </p:tav>
                                        <p:tav tm="100000">
                                          <p:val>
                                            <p:strVal val="#ppt_x"/>
                                          </p:val>
                                        </p:tav>
                                      </p:tavLst>
                                    </p:anim>
                                    <p:anim calcmode="lin" valueType="num">
                                      <p:cBhvr additive="base">
                                        <p:cTn id="20" dur="500" fill="hold"/>
                                        <p:tgtEl>
                                          <p:spTgt spid="16"/>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17"/>
                                        </p:tgtEl>
                                        <p:attrNameLst>
                                          <p:attrName>style.visibility</p:attrName>
                                        </p:attrNameLst>
                                      </p:cBhvr>
                                      <p:to>
                                        <p:strVal val="visible"/>
                                      </p:to>
                                    </p:set>
                                    <p:anim calcmode="lin" valueType="num">
                                      <p:cBhvr additive="base">
                                        <p:cTn id="25" dur="500" fill="hold"/>
                                        <p:tgtEl>
                                          <p:spTgt spid="17"/>
                                        </p:tgtEl>
                                        <p:attrNameLst>
                                          <p:attrName>ppt_x</p:attrName>
                                        </p:attrNameLst>
                                      </p:cBhvr>
                                      <p:tavLst>
                                        <p:tav tm="0">
                                          <p:val>
                                            <p:strVal val="#ppt_x"/>
                                          </p:val>
                                        </p:tav>
                                        <p:tav tm="100000">
                                          <p:val>
                                            <p:strVal val="#ppt_x"/>
                                          </p:val>
                                        </p:tav>
                                      </p:tavLst>
                                    </p:anim>
                                    <p:anim calcmode="lin" valueType="num">
                                      <p:cBhvr additive="base">
                                        <p:cTn id="26" dur="500" fill="hold"/>
                                        <p:tgtEl>
                                          <p:spTgt spid="17"/>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18"/>
                                        </p:tgtEl>
                                        <p:attrNameLst>
                                          <p:attrName>style.visibility</p:attrName>
                                        </p:attrNameLst>
                                      </p:cBhvr>
                                      <p:to>
                                        <p:strVal val="visible"/>
                                      </p:to>
                                    </p:set>
                                    <p:anim calcmode="lin" valueType="num">
                                      <p:cBhvr additive="base">
                                        <p:cTn id="31" dur="500" fill="hold"/>
                                        <p:tgtEl>
                                          <p:spTgt spid="18"/>
                                        </p:tgtEl>
                                        <p:attrNameLst>
                                          <p:attrName>ppt_x</p:attrName>
                                        </p:attrNameLst>
                                      </p:cBhvr>
                                      <p:tavLst>
                                        <p:tav tm="0">
                                          <p:val>
                                            <p:strVal val="#ppt_x"/>
                                          </p:val>
                                        </p:tav>
                                        <p:tav tm="100000">
                                          <p:val>
                                            <p:strVal val="#ppt_x"/>
                                          </p:val>
                                        </p:tav>
                                      </p:tavLst>
                                    </p:anim>
                                    <p:anim calcmode="lin" valueType="num">
                                      <p:cBhvr additive="base">
                                        <p:cTn id="32" dur="500" fill="hold"/>
                                        <p:tgtEl>
                                          <p:spTgt spid="18"/>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 calcmode="lin" valueType="num">
                                      <p:cBhvr additive="base">
                                        <p:cTn id="37" dur="500" fill="hold"/>
                                        <p:tgtEl>
                                          <p:spTgt spid="24"/>
                                        </p:tgtEl>
                                        <p:attrNameLst>
                                          <p:attrName>ppt_x</p:attrName>
                                        </p:attrNameLst>
                                      </p:cBhvr>
                                      <p:tavLst>
                                        <p:tav tm="0">
                                          <p:val>
                                            <p:strVal val="#ppt_x"/>
                                          </p:val>
                                        </p:tav>
                                        <p:tav tm="100000">
                                          <p:val>
                                            <p:strVal val="#ppt_x"/>
                                          </p:val>
                                        </p:tav>
                                      </p:tavLst>
                                    </p:anim>
                                    <p:anim calcmode="lin" valueType="num">
                                      <p:cBhvr additive="base">
                                        <p:cTn id="38" dur="500" fill="hold"/>
                                        <p:tgtEl>
                                          <p:spTgt spid="24"/>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26"/>
                                        </p:tgtEl>
                                        <p:attrNameLst>
                                          <p:attrName>style.visibility</p:attrName>
                                        </p:attrNameLst>
                                      </p:cBhvr>
                                      <p:to>
                                        <p:strVal val="visible"/>
                                      </p:to>
                                    </p:set>
                                    <p:anim calcmode="lin" valueType="num">
                                      <p:cBhvr additive="base">
                                        <p:cTn id="43" dur="500" fill="hold"/>
                                        <p:tgtEl>
                                          <p:spTgt spid="26"/>
                                        </p:tgtEl>
                                        <p:attrNameLst>
                                          <p:attrName>ppt_x</p:attrName>
                                        </p:attrNameLst>
                                      </p:cBhvr>
                                      <p:tavLst>
                                        <p:tav tm="0">
                                          <p:val>
                                            <p:strVal val="#ppt_x"/>
                                          </p:val>
                                        </p:tav>
                                        <p:tav tm="100000">
                                          <p:val>
                                            <p:strVal val="#ppt_x"/>
                                          </p:val>
                                        </p:tav>
                                      </p:tavLst>
                                    </p:anim>
                                    <p:anim calcmode="lin" valueType="num">
                                      <p:cBhvr additive="base">
                                        <p:cTn id="44" dur="500" fill="hold"/>
                                        <p:tgtEl>
                                          <p:spTgt spid="2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16" grpId="0" animBg="1"/>
      <p:bldP spid="17" grpId="0" animBg="1"/>
      <p:bldP spid="18" grpId="0" animBg="1"/>
      <p:bldP spid="26"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noChangeArrowheads="1"/>
          </p:cNvSpPr>
          <p:nvPr>
            <p:ph type="title"/>
          </p:nvPr>
        </p:nvSpPr>
        <p:spPr/>
        <p:txBody>
          <a:bodyPr/>
          <a:lstStyle/>
          <a:p>
            <a:r>
              <a:rPr lang="en-US" dirty="0">
                <a:latin typeface="Arial Black" charset="0"/>
              </a:rPr>
              <a:t>properties.yaml - contents</a:t>
            </a:r>
          </a:p>
        </p:txBody>
      </p:sp>
      <p:sp>
        <p:nvSpPr>
          <p:cNvPr id="18433" name="Slide Number Placeholder 2"/>
          <p:cNvSpPr>
            <a:spLocks noGrp="1"/>
          </p:cNvSpPr>
          <p:nvPr>
            <p:ph type="sldNum" sz="quarter" idx="12"/>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D286D825-E0DF-5745-B974-FAB56676A060}" type="slidenum">
              <a:rPr lang="en-US" sz="1400"/>
              <a:pPr/>
              <a:t>8</a:t>
            </a:fld>
            <a:endParaRPr lang="en-US" sz="1400"/>
          </a:p>
        </p:txBody>
      </p:sp>
      <p:pic>
        <p:nvPicPr>
          <p:cNvPr id="3" name="Picture 2" descr="Diagram&#10;&#10;Description automatically generated">
            <a:extLst>
              <a:ext uri="{FF2B5EF4-FFF2-40B4-BE49-F238E27FC236}">
                <a16:creationId xmlns:a16="http://schemas.microsoft.com/office/drawing/2014/main" id="{7E8D69AD-AF4A-A941-A6DB-134A9C451485}"/>
              </a:ext>
            </a:extLst>
          </p:cNvPr>
          <p:cNvPicPr>
            <a:picLocks noChangeAspect="1"/>
          </p:cNvPicPr>
          <p:nvPr/>
        </p:nvPicPr>
        <p:blipFill>
          <a:blip r:embed="rId2"/>
          <a:stretch>
            <a:fillRect/>
          </a:stretch>
        </p:blipFill>
        <p:spPr>
          <a:xfrm>
            <a:off x="2299638" y="2068786"/>
            <a:ext cx="6698837" cy="4789214"/>
          </a:xfrm>
          <a:prstGeom prst="rect">
            <a:avLst/>
          </a:prstGeom>
        </p:spPr>
      </p:pic>
    </p:spTree>
    <p:extLst>
      <p:ext uri="{BB962C8B-B14F-4D97-AF65-F5344CB8AC3E}">
        <p14:creationId xmlns:p14="http://schemas.microsoft.com/office/powerpoint/2010/main" val="19103896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p:cNvSpPr>
            <a:spLocks noGrp="1" noChangeArrowheads="1"/>
          </p:cNvSpPr>
          <p:nvPr>
            <p:ph type="title"/>
          </p:nvPr>
        </p:nvSpPr>
        <p:spPr>
          <a:xfrm>
            <a:off x="865064" y="848093"/>
            <a:ext cx="7870634" cy="831352"/>
          </a:xfrm>
        </p:spPr>
        <p:txBody>
          <a:bodyPr/>
          <a:lstStyle/>
          <a:p>
            <a:r>
              <a:rPr lang="en-US" dirty="0">
                <a:latin typeface="Arial Black" charset="0"/>
                <a:ea typeface="ＭＳ Ｐゴシック" charset="0"/>
              </a:rPr>
              <a:t>Workflow of Stack</a:t>
            </a:r>
          </a:p>
        </p:txBody>
      </p:sp>
      <p:sp>
        <p:nvSpPr>
          <p:cNvPr id="16385" name="Slide Number Placeholder 2"/>
          <p:cNvSpPr>
            <a:spLocks noGrp="1"/>
          </p:cNvSpPr>
          <p:nvPr>
            <p:ph type="sldNum" sz="quarter" idx="12"/>
          </p:nvPr>
        </p:nvSpPr>
        <p:spPr>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CC73A6B6-49ED-C641-8D95-0A84FA800C15}" type="slidenum">
              <a:rPr lang="en-US" sz="1400"/>
              <a:pPr/>
              <a:t>9</a:t>
            </a:fld>
            <a:endParaRPr lang="en-US" sz="1400"/>
          </a:p>
        </p:txBody>
      </p:sp>
      <p:sp>
        <p:nvSpPr>
          <p:cNvPr id="5" name="TextBox 4">
            <a:extLst>
              <a:ext uri="{FF2B5EF4-FFF2-40B4-BE49-F238E27FC236}">
                <a16:creationId xmlns:a16="http://schemas.microsoft.com/office/drawing/2014/main" id="{0B34F92E-FEE6-D640-8946-667C87F4B342}"/>
              </a:ext>
            </a:extLst>
          </p:cNvPr>
          <p:cNvSpPr txBox="1"/>
          <p:nvPr/>
        </p:nvSpPr>
        <p:spPr>
          <a:xfrm>
            <a:off x="5140504" y="2866491"/>
            <a:ext cx="184731" cy="1384995"/>
          </a:xfrm>
          <a:prstGeom prst="rect">
            <a:avLst/>
          </a:prstGeom>
          <a:noFill/>
        </p:spPr>
        <p:txBody>
          <a:bodyPr wrap="none" rtlCol="0">
            <a:spAutoFit/>
          </a:bodyPr>
          <a:lstStyle/>
          <a:p>
            <a:endParaRPr lang="en-US" dirty="0"/>
          </a:p>
          <a:p>
            <a:endParaRPr lang="en-US" dirty="0"/>
          </a:p>
          <a:p>
            <a:endParaRPr lang="en-US" dirty="0"/>
          </a:p>
        </p:txBody>
      </p:sp>
      <p:pic>
        <p:nvPicPr>
          <p:cNvPr id="3" name="Picture 2" descr="Diagram&#10;&#10;Description automatically generated">
            <a:extLst>
              <a:ext uri="{FF2B5EF4-FFF2-40B4-BE49-F238E27FC236}">
                <a16:creationId xmlns:a16="http://schemas.microsoft.com/office/drawing/2014/main" id="{6677B88B-3763-4D43-99AE-C2339B105837}"/>
              </a:ext>
            </a:extLst>
          </p:cNvPr>
          <p:cNvPicPr>
            <a:picLocks noChangeAspect="1"/>
          </p:cNvPicPr>
          <p:nvPr/>
        </p:nvPicPr>
        <p:blipFill>
          <a:blip r:embed="rId2"/>
          <a:stretch>
            <a:fillRect/>
          </a:stretch>
        </p:blipFill>
        <p:spPr>
          <a:xfrm>
            <a:off x="2697617" y="2154568"/>
            <a:ext cx="6038081" cy="4523769"/>
          </a:xfrm>
          <a:prstGeom prst="rect">
            <a:avLst/>
          </a:prstGeom>
        </p:spPr>
      </p:pic>
    </p:spTree>
    <p:extLst>
      <p:ext uri="{BB962C8B-B14F-4D97-AF65-F5344CB8AC3E}">
        <p14:creationId xmlns:p14="http://schemas.microsoft.com/office/powerpoint/2010/main" val="10991730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noChangeArrowheads="1"/>
          </p:cNvSpPr>
          <p:nvPr>
            <p:ph type="title"/>
          </p:nvPr>
        </p:nvSpPr>
        <p:spPr>
          <a:xfrm>
            <a:off x="901362" y="753228"/>
            <a:ext cx="7701455" cy="819807"/>
          </a:xfrm>
        </p:spPr>
        <p:txBody>
          <a:bodyPr>
            <a:normAutofit fontScale="90000"/>
          </a:bodyPr>
          <a:lstStyle/>
          <a:p>
            <a:br>
              <a:rPr lang="en-IE" b="1" dirty="0"/>
            </a:br>
            <a:br>
              <a:rPr lang="en-IE" dirty="0"/>
            </a:br>
            <a:r>
              <a:rPr lang="en-IE" b="1" dirty="0"/>
              <a:t>Updating package.yaml  1/2</a:t>
            </a:r>
            <a:endParaRPr lang="en-US" dirty="0">
              <a:latin typeface="Arial Black" charset="0"/>
            </a:endParaRPr>
          </a:p>
        </p:txBody>
      </p:sp>
      <p:sp>
        <p:nvSpPr>
          <p:cNvPr id="18433" name="Slide Number Placeholder 2"/>
          <p:cNvSpPr>
            <a:spLocks noGrp="1"/>
          </p:cNvSpPr>
          <p:nvPr>
            <p:ph type="sldNum" sz="quarter" idx="12"/>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D286D825-E0DF-5745-B974-FAB56676A060}" type="slidenum">
              <a:rPr lang="en-US" sz="1400"/>
              <a:pPr/>
              <a:t>10</a:t>
            </a:fld>
            <a:endParaRPr lang="en-US" sz="1400"/>
          </a:p>
        </p:txBody>
      </p:sp>
      <p:sp>
        <p:nvSpPr>
          <p:cNvPr id="3" name="TextBox 2">
            <a:extLst>
              <a:ext uri="{FF2B5EF4-FFF2-40B4-BE49-F238E27FC236}">
                <a16:creationId xmlns:a16="http://schemas.microsoft.com/office/drawing/2014/main" id="{BDD9F49B-201D-7E44-A3A3-BA86DE58C5C8}"/>
              </a:ext>
            </a:extLst>
          </p:cNvPr>
          <p:cNvSpPr txBox="1"/>
          <p:nvPr/>
        </p:nvSpPr>
        <p:spPr>
          <a:xfrm>
            <a:off x="308392" y="2154568"/>
            <a:ext cx="11216498" cy="4401205"/>
          </a:xfrm>
          <a:prstGeom prst="rect">
            <a:avLst/>
          </a:prstGeom>
          <a:noFill/>
        </p:spPr>
        <p:txBody>
          <a:bodyPr wrap="square" rtlCol="0">
            <a:spAutoFit/>
          </a:bodyPr>
          <a:lstStyle/>
          <a:p>
            <a:r>
              <a:rPr lang="en-IE" sz="2800" dirty="0"/>
              <a:t>We need to update </a:t>
            </a:r>
            <a:r>
              <a:rPr lang="en-IE" sz="2800" i="1" dirty="0"/>
              <a:t>package.yaml</a:t>
            </a:r>
            <a:r>
              <a:rPr lang="en-IE" sz="2800" dirty="0"/>
              <a:t>  for two reasons:</a:t>
            </a:r>
          </a:p>
          <a:p>
            <a:endParaRPr lang="en-IE" sz="2800" dirty="0"/>
          </a:p>
          <a:p>
            <a:r>
              <a:rPr lang="en-IE" sz="2800" dirty="0"/>
              <a:t>1. When we are structuring our code as seen in the default stack structure, we may write many functions, then curate these related functions into (files in) folders of related functions, </a:t>
            </a:r>
          </a:p>
          <a:p>
            <a:endParaRPr lang="en-IE" sz="2800" dirty="0"/>
          </a:p>
          <a:p>
            <a:r>
              <a:rPr lang="en-IE" sz="2800" dirty="0"/>
              <a:t>For example, if we had a lot of sorting functions, we might put all such code in (files in) a </a:t>
            </a:r>
            <a:r>
              <a:rPr lang="en-IE" sz="2800" i="1" dirty="0"/>
              <a:t>Sort</a:t>
            </a:r>
            <a:r>
              <a:rPr lang="en-IE" sz="2800" dirty="0"/>
              <a:t> folder. </a:t>
            </a:r>
          </a:p>
          <a:p>
            <a:endParaRPr lang="en-IE" sz="2800" dirty="0"/>
          </a:p>
          <a:p>
            <a:r>
              <a:rPr lang="en-IE" sz="2800" dirty="0"/>
              <a:t>To use this code we need to tell package where code is situated.</a:t>
            </a:r>
          </a:p>
        </p:txBody>
      </p:sp>
    </p:spTree>
    <p:extLst>
      <p:ext uri="{BB962C8B-B14F-4D97-AF65-F5344CB8AC3E}">
        <p14:creationId xmlns:p14="http://schemas.microsoft.com/office/powerpoint/2010/main" val="32009913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 calcmode="lin" valueType="num">
                                      <p:cBhvr additive="base">
                                        <p:cTn id="7"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anim calcmode="lin" valueType="num">
                                      <p:cBhvr additive="base">
                                        <p:cTn id="13"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anim calcmode="lin" valueType="num">
                                      <p:cBhvr additive="base">
                                        <p:cTn id="19"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noChangeArrowheads="1"/>
          </p:cNvSpPr>
          <p:nvPr>
            <p:ph type="title"/>
          </p:nvPr>
        </p:nvSpPr>
        <p:spPr>
          <a:xfrm>
            <a:off x="517662" y="657491"/>
            <a:ext cx="7735614" cy="641131"/>
          </a:xfrm>
        </p:spPr>
        <p:txBody>
          <a:bodyPr>
            <a:normAutofit fontScale="90000"/>
          </a:bodyPr>
          <a:lstStyle/>
          <a:p>
            <a:br>
              <a:rPr lang="en-IE" b="1" dirty="0"/>
            </a:br>
            <a:br>
              <a:rPr lang="en-IE" dirty="0"/>
            </a:br>
            <a:r>
              <a:rPr lang="en-IE" b="1" dirty="0"/>
              <a:t>Updating package.yaml 2/2</a:t>
            </a:r>
            <a:endParaRPr lang="en-US" dirty="0">
              <a:latin typeface="Arial Black" charset="0"/>
            </a:endParaRPr>
          </a:p>
        </p:txBody>
      </p:sp>
      <p:sp>
        <p:nvSpPr>
          <p:cNvPr id="18433" name="Slide Number Placeholder 2"/>
          <p:cNvSpPr>
            <a:spLocks noGrp="1"/>
          </p:cNvSpPr>
          <p:nvPr>
            <p:ph type="sldNum" sz="quarter" idx="12"/>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D286D825-E0DF-5745-B974-FAB56676A060}" type="slidenum">
              <a:rPr lang="en-US" sz="1400"/>
              <a:pPr/>
              <a:t>11</a:t>
            </a:fld>
            <a:endParaRPr lang="en-US" sz="1400"/>
          </a:p>
        </p:txBody>
      </p:sp>
      <p:sp>
        <p:nvSpPr>
          <p:cNvPr id="3" name="TextBox 2">
            <a:extLst>
              <a:ext uri="{FF2B5EF4-FFF2-40B4-BE49-F238E27FC236}">
                <a16:creationId xmlns:a16="http://schemas.microsoft.com/office/drawing/2014/main" id="{BDD9F49B-201D-7E44-A3A3-BA86DE58C5C8}"/>
              </a:ext>
            </a:extLst>
          </p:cNvPr>
          <p:cNvSpPr txBox="1"/>
          <p:nvPr/>
        </p:nvSpPr>
        <p:spPr>
          <a:xfrm>
            <a:off x="517662" y="1994785"/>
            <a:ext cx="10788870" cy="5109091"/>
          </a:xfrm>
          <a:prstGeom prst="rect">
            <a:avLst/>
          </a:prstGeom>
          <a:noFill/>
        </p:spPr>
        <p:txBody>
          <a:bodyPr wrap="square" rtlCol="0">
            <a:spAutoFit/>
          </a:bodyPr>
          <a:lstStyle/>
          <a:p>
            <a:r>
              <a:rPr lang="en-IE" sz="2800" dirty="0"/>
              <a:t>2.  Writing Haskell programs will involve using using </a:t>
            </a:r>
          </a:p>
          <a:p>
            <a:r>
              <a:rPr lang="en-IE" sz="2800" dirty="0"/>
              <a:t>standard Haskell packages.  We update package.yaml to include any packages we need  (these are the dependencies)</a:t>
            </a:r>
          </a:p>
          <a:p>
            <a:endParaRPr lang="en-IE" sz="2800" dirty="0"/>
          </a:p>
          <a:p>
            <a:r>
              <a:rPr lang="en-IE" sz="2800" dirty="0"/>
              <a:t>Stack helps us to manage these dependencies by: </a:t>
            </a:r>
          </a:p>
          <a:p>
            <a:pPr marL="457200" indent="-457200">
              <a:buFont typeface="Arial" panose="020B0604020202020204" pitchFamily="34" charset="0"/>
              <a:buChar char="•"/>
            </a:pPr>
            <a:r>
              <a:rPr lang="en-IE" sz="2400" dirty="0"/>
              <a:t>Downloading a particular version (as defined in package.yaml) of a package</a:t>
            </a:r>
          </a:p>
          <a:p>
            <a:pPr marL="457200" indent="-457200">
              <a:buFont typeface="Arial" panose="020B0604020202020204" pitchFamily="34" charset="0"/>
              <a:buChar char="•"/>
            </a:pPr>
            <a:r>
              <a:rPr lang="en-IE" sz="2400" dirty="0"/>
              <a:t>Once the dependency is mentioned in package.yaml, Stack takes care of the rest. (downloads, installs etc) </a:t>
            </a:r>
          </a:p>
          <a:p>
            <a:pPr marL="457200" indent="-457200">
              <a:buFont typeface="Arial" panose="020B0604020202020204" pitchFamily="34" charset="0"/>
              <a:buChar char="•"/>
            </a:pPr>
            <a:r>
              <a:rPr lang="en-IE" sz="2400" dirty="0"/>
              <a:t>This project will use this snapshot of the package from now on so  once the program works once(with this version of the package), it will not need to be updated because of those packages being changed. </a:t>
            </a:r>
          </a:p>
          <a:p>
            <a:endParaRPr lang="en-IE" dirty="0"/>
          </a:p>
        </p:txBody>
      </p:sp>
    </p:spTree>
    <p:extLst>
      <p:ext uri="{BB962C8B-B14F-4D97-AF65-F5344CB8AC3E}">
        <p14:creationId xmlns:p14="http://schemas.microsoft.com/office/powerpoint/2010/main" val="3081272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 calcmode="lin" valueType="num">
                                      <p:cBhvr additive="base">
                                        <p:cTn id="11"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 calcmode="lin" valueType="num">
                                      <p:cBhvr additive="base">
                                        <p:cTn id="17"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ntr" presetSubtype="4"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 calcmode="lin" valueType="num">
                                      <p:cBhvr additive="base">
                                        <p:cTn id="23"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nodeType="click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anim calcmode="lin" valueType="num">
                                      <p:cBhvr additive="base">
                                        <p:cTn id="29"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0"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ntr" presetSubtype="4" fill="hold" nodeType="clickEffect">
                                  <p:stCondLst>
                                    <p:cond delay="0"/>
                                  </p:stCondLst>
                                  <p:childTnLst>
                                    <p:set>
                                      <p:cBhvr>
                                        <p:cTn id="34" dur="1" fill="hold">
                                          <p:stCondLst>
                                            <p:cond delay="0"/>
                                          </p:stCondLst>
                                        </p:cTn>
                                        <p:tgtEl>
                                          <p:spTgt spid="3">
                                            <p:txEl>
                                              <p:pRg st="6" end="6"/>
                                            </p:txEl>
                                          </p:spTgt>
                                        </p:tgtEl>
                                        <p:attrNameLst>
                                          <p:attrName>style.visibility</p:attrName>
                                        </p:attrNameLst>
                                      </p:cBhvr>
                                      <p:to>
                                        <p:strVal val="visible"/>
                                      </p:to>
                                    </p:set>
                                    <p:anim calcmode="lin" valueType="num">
                                      <p:cBhvr additive="base">
                                        <p:cTn id="35"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noChangeArrowheads="1"/>
          </p:cNvSpPr>
          <p:nvPr>
            <p:ph type="title"/>
          </p:nvPr>
        </p:nvSpPr>
        <p:spPr>
          <a:xfrm>
            <a:off x="1801483" y="753228"/>
            <a:ext cx="7772400" cy="685800"/>
          </a:xfrm>
        </p:spPr>
        <p:txBody>
          <a:bodyPr/>
          <a:lstStyle/>
          <a:p>
            <a:r>
              <a:rPr lang="en-US" dirty="0">
                <a:latin typeface="Arial Black" charset="0"/>
              </a:rPr>
              <a:t>Labs</a:t>
            </a:r>
          </a:p>
        </p:txBody>
      </p:sp>
      <p:sp>
        <p:nvSpPr>
          <p:cNvPr id="18433" name="Slide Number Placeholder 2"/>
          <p:cNvSpPr>
            <a:spLocks noGrp="1"/>
          </p:cNvSpPr>
          <p:nvPr>
            <p:ph type="sldNum" sz="quarter" idx="12"/>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D286D825-E0DF-5745-B974-FAB56676A060}" type="slidenum">
              <a:rPr lang="en-US" sz="1400"/>
              <a:pPr/>
              <a:t>12</a:t>
            </a:fld>
            <a:endParaRPr lang="en-US" sz="1400"/>
          </a:p>
        </p:txBody>
      </p:sp>
      <p:sp>
        <p:nvSpPr>
          <p:cNvPr id="18435" name="Text Box 3"/>
          <p:cNvSpPr txBox="1">
            <a:spLocks noChangeArrowheads="1"/>
          </p:cNvSpPr>
          <p:nvPr/>
        </p:nvSpPr>
        <p:spPr bwMode="auto">
          <a:xfrm>
            <a:off x="584063" y="2417135"/>
            <a:ext cx="10207239" cy="397031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sq">
                <a:solidFill>
                  <a:srgbClr val="000000"/>
                </a:solidFill>
                <a:miter lim="800000"/>
                <a:headEnd/>
                <a:tailEnd/>
              </a14:hiddenLine>
            </a:ext>
          </a:extLst>
        </p:spPr>
        <p:txBody>
          <a:bodyPr wrap="square" anchor="ctr">
            <a:spAutoFit/>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pPr marL="457200" indent="-457200">
              <a:buFont typeface="Arial" panose="020B0604020202020204" pitchFamily="34" charset="0"/>
              <a:buChar char="•"/>
            </a:pPr>
            <a:r>
              <a:rPr lang="en-US" dirty="0"/>
              <a:t>During the labs, you will see how to use an outside  package (‘split’) and create our own library code.</a:t>
            </a:r>
          </a:p>
          <a:p>
            <a:pPr marL="457200" indent="-457200">
              <a:buFont typeface="Arial" panose="020B0604020202020204" pitchFamily="34" charset="0"/>
              <a:buChar char="•"/>
            </a:pPr>
            <a:r>
              <a:rPr lang="en-US" dirty="0"/>
              <a:t>We will see how to to make ‘split’ available to our code</a:t>
            </a:r>
          </a:p>
          <a:p>
            <a:pPr marL="457200" indent="-457200">
              <a:buFont typeface="Arial" panose="020B0604020202020204" pitchFamily="34" charset="0"/>
              <a:buChar char="•"/>
            </a:pPr>
            <a:r>
              <a:rPr lang="en-US" dirty="0"/>
              <a:t>We will see how to structure our code to be used in the ‘driver’/’app’ code</a:t>
            </a:r>
          </a:p>
          <a:p>
            <a:pPr marL="457200" indent="-457200">
              <a:buFont typeface="Arial" panose="020B0604020202020204" pitchFamily="34" charset="0"/>
              <a:buChar char="•"/>
            </a:pPr>
            <a:r>
              <a:rPr lang="en-US" dirty="0"/>
              <a:t>We will rewrite the app code (from the default code) to use our library code</a:t>
            </a:r>
          </a:p>
          <a:p>
            <a:pPr marL="457200" indent="-457200">
              <a:buFont typeface="Arial" panose="020B0604020202020204" pitchFamily="34" charset="0"/>
              <a:buChar char="•"/>
            </a:pPr>
            <a:endParaRPr lang="en-US" dirty="0"/>
          </a:p>
          <a:p>
            <a:pPr marL="457200" indent="-457200">
              <a:buFont typeface="Arial" panose="020B0604020202020204" pitchFamily="34" charset="0"/>
              <a:buChar char="•"/>
            </a:pPr>
            <a:endParaRPr lang="en-US" dirty="0"/>
          </a:p>
        </p:txBody>
      </p:sp>
    </p:spTree>
    <p:extLst>
      <p:ext uri="{BB962C8B-B14F-4D97-AF65-F5344CB8AC3E}">
        <p14:creationId xmlns:p14="http://schemas.microsoft.com/office/powerpoint/2010/main" val="7017568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8435">
                                            <p:txEl>
                                              <p:pRg st="0" end="0"/>
                                            </p:txEl>
                                          </p:spTgt>
                                        </p:tgtEl>
                                        <p:attrNameLst>
                                          <p:attrName>style.visibility</p:attrName>
                                        </p:attrNameLst>
                                      </p:cBhvr>
                                      <p:to>
                                        <p:strVal val="visible"/>
                                      </p:to>
                                    </p:set>
                                    <p:anim calcmode="lin" valueType="num">
                                      <p:cBhvr additive="base">
                                        <p:cTn id="7" dur="500" fill="hold"/>
                                        <p:tgtEl>
                                          <p:spTgt spid="18435">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8435">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18435">
                                            <p:txEl>
                                              <p:pRg st="1" end="1"/>
                                            </p:txEl>
                                          </p:spTgt>
                                        </p:tgtEl>
                                        <p:attrNameLst>
                                          <p:attrName>style.visibility</p:attrName>
                                        </p:attrNameLst>
                                      </p:cBhvr>
                                      <p:to>
                                        <p:strVal val="visible"/>
                                      </p:to>
                                    </p:set>
                                    <p:anim calcmode="lin" valueType="num">
                                      <p:cBhvr additive="base">
                                        <p:cTn id="13" dur="500" fill="hold"/>
                                        <p:tgtEl>
                                          <p:spTgt spid="18435">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18435">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18435">
                                            <p:txEl>
                                              <p:pRg st="2" end="2"/>
                                            </p:txEl>
                                          </p:spTgt>
                                        </p:tgtEl>
                                        <p:attrNameLst>
                                          <p:attrName>style.visibility</p:attrName>
                                        </p:attrNameLst>
                                      </p:cBhvr>
                                      <p:to>
                                        <p:strVal val="visible"/>
                                      </p:to>
                                    </p:set>
                                    <p:anim calcmode="lin" valueType="num">
                                      <p:cBhvr additive="base">
                                        <p:cTn id="19" dur="500" fill="hold"/>
                                        <p:tgtEl>
                                          <p:spTgt spid="18435">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8435">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18435">
                                            <p:txEl>
                                              <p:pRg st="3" end="3"/>
                                            </p:txEl>
                                          </p:spTgt>
                                        </p:tgtEl>
                                        <p:attrNameLst>
                                          <p:attrName>style.visibility</p:attrName>
                                        </p:attrNameLst>
                                      </p:cBhvr>
                                      <p:to>
                                        <p:strVal val="visible"/>
                                      </p:to>
                                    </p:set>
                                    <p:anim calcmode="lin" valueType="num">
                                      <p:cBhvr additive="base">
                                        <p:cTn id="25" dur="500" fill="hold"/>
                                        <p:tgtEl>
                                          <p:spTgt spid="18435">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18435">
                                            <p:txEl>
                                              <p:pRg st="3" end="3"/>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2" name="Picture 41" descr="Text&#10;&#10;Description automatically generated">
            <a:extLst>
              <a:ext uri="{FF2B5EF4-FFF2-40B4-BE49-F238E27FC236}">
                <a16:creationId xmlns:a16="http://schemas.microsoft.com/office/drawing/2014/main" id="{2C6DED11-E24C-1747-9B8B-24AF63DEAB2F}"/>
              </a:ext>
            </a:extLst>
          </p:cNvPr>
          <p:cNvPicPr>
            <a:picLocks noChangeAspect="1"/>
          </p:cNvPicPr>
          <p:nvPr/>
        </p:nvPicPr>
        <p:blipFill>
          <a:blip r:embed="rId2"/>
          <a:stretch>
            <a:fillRect/>
          </a:stretch>
        </p:blipFill>
        <p:spPr>
          <a:xfrm>
            <a:off x="429913" y="412669"/>
            <a:ext cx="10144269" cy="6032661"/>
          </a:xfrm>
          <a:prstGeom prst="rect">
            <a:avLst/>
          </a:prstGeom>
          <a:solidFill>
            <a:srgbClr val="FFC000"/>
          </a:solidFill>
        </p:spPr>
      </p:pic>
      <p:sp>
        <p:nvSpPr>
          <p:cNvPr id="16385" name="Slide Number Placeholder 2"/>
          <p:cNvSpPr>
            <a:spLocks noGrp="1"/>
          </p:cNvSpPr>
          <p:nvPr>
            <p:ph type="sldNum" sz="quarter" idx="12"/>
          </p:nvPr>
        </p:nvSpPr>
        <p:spPr>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nchor="t">
            <a:normAutofit/>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pPr>
              <a:spcAft>
                <a:spcPts val="600"/>
              </a:spcAft>
            </a:pPr>
            <a:fld id="{CC73A6B6-49ED-C641-8D95-0A84FA800C15}" type="slidenum">
              <a:rPr lang="en-US" sz="1400"/>
              <a:pPr>
                <a:spcAft>
                  <a:spcPts val="600"/>
                </a:spcAft>
              </a:pPr>
              <a:t>13</a:t>
            </a:fld>
            <a:endParaRPr lang="en-US" sz="1400"/>
          </a:p>
        </p:txBody>
      </p:sp>
    </p:spTree>
    <p:extLst>
      <p:ext uri="{BB962C8B-B14F-4D97-AF65-F5344CB8AC3E}">
        <p14:creationId xmlns:p14="http://schemas.microsoft.com/office/powerpoint/2010/main" val="1396909586"/>
      </p:ext>
    </p:extLst>
  </p:cSld>
  <p:clrMapOvr>
    <a:masterClrMapping/>
  </p:clrMapOvr>
</p:sld>
</file>

<file path=ppt/theme/theme1.xml><?xml version="1.0" encoding="utf-8"?>
<a:theme xmlns:a="http://schemas.openxmlformats.org/drawingml/2006/main" name="Berlin">
  <a:themeElements>
    <a:clrScheme name="Berlin">
      <a:dk1>
        <a:sysClr val="windowText" lastClr="000000"/>
      </a:dk1>
      <a:lt1>
        <a:sysClr val="window" lastClr="FFFFFF"/>
      </a:lt1>
      <a:dk2>
        <a:srgbClr val="1F8094"/>
      </a:dk2>
      <a:lt2>
        <a:srgbClr val="E7E6E6"/>
      </a:lt2>
      <a:accent1>
        <a:srgbClr val="39CDE7"/>
      </a:accent1>
      <a:accent2>
        <a:srgbClr val="60DE72"/>
      </a:accent2>
      <a:accent3>
        <a:srgbClr val="DDCC64"/>
      </a:accent3>
      <a:accent4>
        <a:srgbClr val="F49D50"/>
      </a:accent4>
      <a:accent5>
        <a:srgbClr val="E44951"/>
      </a:accent5>
      <a:accent6>
        <a:srgbClr val="D666F9"/>
      </a:accent6>
      <a:hlink>
        <a:srgbClr val="4BF7ED"/>
      </a:hlink>
      <a:folHlink>
        <a:srgbClr val="95E9F4"/>
      </a:folHlink>
    </a:clrScheme>
    <a:fontScheme name="Berlin">
      <a:majorFont>
        <a:latin typeface="Trebuchet MS" panose="020B060302020202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rebuchet MS" panose="020B0603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Berlin">
      <a:fillStyleLst>
        <a:solidFill>
          <a:schemeClr val="phClr"/>
        </a:solidFill>
        <a:gradFill rotWithShape="1">
          <a:gsLst>
            <a:gs pos="0">
              <a:schemeClr val="phClr">
                <a:tint val="60000"/>
                <a:satMod val="100000"/>
                <a:lumMod val="110000"/>
              </a:schemeClr>
            </a:gs>
            <a:gs pos="100000">
              <a:schemeClr val="phClr">
                <a:tint val="70000"/>
                <a:satMod val="100000"/>
                <a:lumMod val="100000"/>
              </a:schemeClr>
            </a:gs>
          </a:gsLst>
          <a:lin ang="5400000" scaled="0"/>
        </a:gradFill>
        <a:gradFill rotWithShape="1">
          <a:gsLst>
            <a:gs pos="0">
              <a:schemeClr val="phClr">
                <a:tint val="94000"/>
                <a:satMod val="103000"/>
                <a:lumMod val="102000"/>
              </a:schemeClr>
            </a:gs>
            <a:gs pos="50000">
              <a:schemeClr val="phClr">
                <a:shade val="100000"/>
                <a:satMod val="110000"/>
                <a:lumMod val="100000"/>
              </a:schemeClr>
            </a:gs>
            <a:gs pos="100000">
              <a:schemeClr val="phClr">
                <a:shade val="78000"/>
                <a:satMod val="120000"/>
                <a:lumMod val="99000"/>
              </a:schemeClr>
            </a:gs>
          </a:gsLst>
          <a:lin ang="5400000" scaled="0"/>
        </a:gradFill>
      </a:fillStyleLst>
      <a:lnStyleLst>
        <a:ln w="9525"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6000"/>
                <a:shade val="100000"/>
                <a:hueMod val="92000"/>
                <a:satMod val="200000"/>
                <a:lumMod val="128000"/>
              </a:schemeClr>
            </a:gs>
            <a:gs pos="50000">
              <a:schemeClr val="phClr">
                <a:shade val="100000"/>
                <a:hueMod val="100000"/>
                <a:satMod val="110000"/>
                <a:lumMod val="130000"/>
              </a:schemeClr>
            </a:gs>
            <a:gs pos="100000">
              <a:schemeClr val="phClr">
                <a:shade val="78000"/>
                <a:hueMod val="118000"/>
                <a:satMod val="120000"/>
                <a:lumMod val="69000"/>
              </a:schemeClr>
            </a:gs>
          </a:gsLst>
          <a:lin ang="2520000" scaled="0"/>
        </a:gradFill>
      </a:bgFillStyleLst>
    </a:fmtScheme>
  </a:themeElements>
  <a:objectDefaults/>
  <a:extraClrSchemeLst/>
  <a:extLst>
    <a:ext uri="{05A4C25C-085E-4340-85A3-A5531E510DB2}">
      <thm15:themeFamily xmlns:thm15="http://schemas.microsoft.com/office/thememl/2012/main" name="Berlin" id="{7B5DBA9E-B069-418E-9360-A61BDD0615A4}" vid="{C7DC10E3-4FF5-456B-A359-A0F378C1E5FB}"/>
    </a:ext>
  </a:ext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a-functions</Template>
  <TotalTime>7115</TotalTime>
  <Words>601</Words>
  <Application>Microsoft Macintosh PowerPoint</Application>
  <PresentationFormat>Widescreen</PresentationFormat>
  <Paragraphs>83</Paragraphs>
  <Slides>14</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14</vt:i4>
      </vt:variant>
    </vt:vector>
  </HeadingPairs>
  <TitlesOfParts>
    <vt:vector size="22" baseType="lpstr">
      <vt:lpstr>Arial</vt:lpstr>
      <vt:lpstr>Arial Black</vt:lpstr>
      <vt:lpstr>Calibri</vt:lpstr>
      <vt:lpstr>Tahoma</vt:lpstr>
      <vt:lpstr>Times New Roman</vt:lpstr>
      <vt:lpstr>Trebuchet MS</vt:lpstr>
      <vt:lpstr>Wingdings</vt:lpstr>
      <vt:lpstr>Berlin</vt:lpstr>
      <vt:lpstr>PowerPoint Presentation</vt:lpstr>
      <vt:lpstr>What is Stack?</vt:lpstr>
      <vt:lpstr>What is Stack? - installation</vt:lpstr>
      <vt:lpstr>What is Stack? - structure</vt:lpstr>
      <vt:lpstr>Using Stack   1/3</vt:lpstr>
      <vt:lpstr>Using Stack 2/3 </vt:lpstr>
      <vt:lpstr>Using Stack 3/3  </vt:lpstr>
      <vt:lpstr>Where is everything in Stack structure? </vt:lpstr>
      <vt:lpstr>properties.yaml - contents</vt:lpstr>
      <vt:lpstr>Workflow of Stack</vt:lpstr>
      <vt:lpstr>  Updating package.yaml  1/2</vt:lpstr>
      <vt:lpstr>  Updating package.yaml 2/2</vt:lpstr>
      <vt:lpstr>Labs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Mairead Meagher</dc:creator>
  <cp:lastModifiedBy>Mairead Meagher</cp:lastModifiedBy>
  <cp:revision>44</cp:revision>
  <cp:lastPrinted>2001-01-23T09:38:59Z</cp:lastPrinted>
  <dcterms:created xsi:type="dcterms:W3CDTF">2021-03-06T09:00:25Z</dcterms:created>
  <dcterms:modified xsi:type="dcterms:W3CDTF">2026-02-23T10:34:47Z</dcterms:modified>
</cp:coreProperties>
</file>